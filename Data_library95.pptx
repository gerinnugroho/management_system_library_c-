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59" r:id="rId3"/>
    <p:sldId id="257" r:id="rId4"/>
    <p:sldId id="256" r:id="rId5"/>
    <p:sldId id="260" r:id="rId6"/>
    <p:sldId id="261" r:id="rId7"/>
    <p:sldId id="263" r:id="rId8"/>
    <p:sldId id="264" r:id="rId9"/>
    <p:sldId id="269" r:id="rId10"/>
    <p:sldId id="267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JUDUL" id="{14C6F383-E942-4C25-BD9B-4F05DB145EE7}">
          <p14:sldIdLst>
            <p14:sldId id="258"/>
            <p14:sldId id="259"/>
          </p14:sldIdLst>
        </p14:section>
        <p14:section name="ANGGOTA" id="{E62DF9EE-259F-47F1-A5CF-909735ADDD6A}">
          <p14:sldIdLst>
            <p14:sldId id="257"/>
          </p14:sldIdLst>
        </p14:section>
        <p14:section name="UTAMA" id="{675D3AF2-2008-4882-9E6C-5D6DC657F384}">
          <p14:sldIdLst>
            <p14:sldId id="256"/>
          </p14:sldIdLst>
        </p14:section>
        <p14:section name="3 question" id="{56EC978E-B660-4B2A-A3B8-1703DA89754F}">
          <p14:sldIdLst>
            <p14:sldId id="260"/>
          </p14:sldIdLst>
        </p14:section>
        <p14:section name="untuk aoa" id="{E93CDA03-4331-4992-8BFE-D43BF1E719FC}">
          <p14:sldIdLst>
            <p14:sldId id="261"/>
          </p14:sldIdLst>
        </p14:section>
        <p14:section name="mengapa" id="{B2B4A2D4-1230-4378-BB1F-327992F429CA}">
          <p14:sldIdLst>
            <p14:sldId id="263"/>
          </p14:sldIdLst>
        </p14:section>
        <p14:section name="Progres" id="{B7BB482C-E003-4B2F-80A4-9ED9F0F3CB09}">
          <p14:sldIdLst>
            <p14:sldId id="264"/>
            <p14:sldId id="269"/>
            <p14:sldId id="267"/>
          </p14:sldIdLst>
        </p14:section>
        <p14:section name="GOOD ENDING" id="{74EB1811-60A6-4531-AEFC-21CB8657391D}">
          <p14:sldIdLst/>
        </p14:section>
        <p14:section name="BAD ENDING" id="{F4EA0418-A0E3-4722-9C4E-6921966A9B41}">
          <p14:sldIdLst>
            <p14:sldId id="265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9FA"/>
    <a:srgbClr val="EAEAEA"/>
    <a:srgbClr val="DEDEDE"/>
    <a:srgbClr val="808080"/>
    <a:srgbClr val="C0C0C0"/>
    <a:srgbClr val="FFFEE2"/>
    <a:srgbClr val="25429F"/>
    <a:srgbClr val="9128E0"/>
    <a:srgbClr val="FFFF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4" autoAdjust="0"/>
    <p:restoredTop sz="94660"/>
  </p:normalViewPr>
  <p:slideViewPr>
    <p:cSldViewPr snapToGrid="0">
      <p:cViewPr varScale="1">
        <p:scale>
          <a:sx n="56" d="100"/>
          <a:sy n="56" d="100"/>
        </p:scale>
        <p:origin x="1304" y="44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562949-6A08-9B19-5D27-89FDF9AB78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E25C4-12B1-74B7-67B9-5A2B2DEECB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2AC6F-972E-4AE2-8419-7ED2A8265785}" type="datetime10">
              <a:rPr lang="en-ID" smtClean="0"/>
              <a:t>12:43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FF24C-9E52-8303-2AB7-4C4DC39EC4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02D6B-8477-3352-331D-2711A0B9AB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1DFD3-03EB-4C1C-BB6E-9FDEE009BD9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37618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268F7-1228-4765-8C44-5F43A6BFB4F7}" type="datetime10">
              <a:rPr lang="en-ID" smtClean="0"/>
              <a:t>12:43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09C0-892A-41E8-8F94-21B4730ED2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6761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A47DF-306B-7B43-BC34-80AB1F68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5175E-E36B-54BB-FCA8-10810C838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2CAE5-80AF-53BB-F163-AA2B534CD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8472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375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0046-F1A5-388A-DDBE-1E1587C5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53F63-4EA6-E7CB-E725-D70A490C6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05E89-B487-9262-BB90-805058651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462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7EE7-2BC9-E4D3-2116-05B69D9E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6912D-ECB1-6ACF-DAE2-689588160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ABF07-1E89-BC55-497E-EC5065FA7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4578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741B-6BC0-CF58-FF3D-8CA2668C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DF4D9-F420-4429-B206-C37CAE0BD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859CD-DC05-D5D9-8589-ED2CA2928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542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FBE1-C0E8-EAEA-C7F6-1FEF027C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A1DCE-EAB2-2309-7A97-1C6EE0B47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D3640-86B3-0B6C-CA1E-F4C479CFB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86088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3C9B-7702-2CB2-628F-203B38E2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18200-61E3-A7BC-58FA-F6F2D843E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30D93-C873-1B93-03F7-A2CCB6876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7720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03C4-174B-1E09-D528-9FF2D1D36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BEC79-D657-1F05-7F68-61FDD1D37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EE3AC-7D60-7DE3-735D-8AE515C6D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95531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A303-D93C-4F17-63EA-74AE0A2D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CB586-11EC-CD61-D612-247814262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EE266-9B6F-8585-9512-865497EC0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381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86FC-E30B-DCA9-1A8E-A39C042F0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D9C9-A74C-3518-CF00-DCF346D11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7794-ED0E-9FC8-C537-CF7DF55B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362B4-74EE-013C-6E64-11BD6273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E1BA5-06C2-06D9-B178-84A90956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929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7D3A-8E41-75DF-9EE9-3DA40E340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654A7-299D-60A3-6EE3-8A6003859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BA68-CC39-9DED-6A98-E5D17F9B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EDECF-B89D-06E3-776D-730A477EE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1745E-6D1A-AAC8-DD85-B195F05F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180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2BCE-231C-CB52-0956-A73DEADA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6A105-6421-8871-431F-500EF8E31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6C77B-180D-F774-3B4D-EA0CE9C8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B85D9-EE56-9025-C64A-9E65871E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3F944-E11B-4042-5E8C-BDE09F56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710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3676-9110-EA53-D35E-8D39709D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D048-2365-5EB1-CAB9-020A5F28F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8789B-C3E6-533D-1A89-700C828D7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979AE-38E9-BFF2-E007-95D2787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BD274-117B-14F8-A389-B949BBD7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FBDDA-5E31-83E4-342D-400D491D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53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ECBF-726C-0A5C-02A7-E7852319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10D9A-3326-A357-369E-F04EDE132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39232-912A-A085-9291-BDF0B0203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B0DFA-0C9E-14BB-5BEE-6DC97795A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E0FDE-8071-B8F6-EB16-3E50F218D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12F9C-0D09-72AF-2DEF-9F214C00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F5F41-E5D5-09DA-D997-D45ADB50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FFBC3-5208-D6BD-16DB-DAEC22A0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6252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BD4D-AB10-962F-D4A9-848EA921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48DA7-FA5F-6C5B-D8A9-B6136655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F957A-7AFD-728A-EE8D-0E5AEB22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DDD03-47C2-577B-751A-106F3E66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464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803B2-3DB3-6150-8EA3-807F1166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EF812-FEF8-7DD4-5171-63016335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C83DF-37DB-44C2-7B6C-9CF2A54F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963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527B-4F6C-CDEE-E637-A5435EE8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D337-C12D-DBD8-8ACE-A868A1A00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9F1EC-9B17-B644-CA59-1FC3917A5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57E07-BBFF-AF34-840A-C6C9D87A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CACE6-9EE6-E7ED-6444-6FAEF410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EEB72-A90C-0387-4D9C-D192E2CF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3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2DBB-AE2F-31B8-1608-39E9057B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C8598-2CA1-AA53-C74D-1F38F758B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608D4-FC3E-E92E-7A70-3CE420EAE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F8CBB-E9AF-5DC2-5879-69554206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7DB9E-BC68-76DD-D82E-0A7CD486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FDFEF-CA94-965E-E83A-5B42AD1B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765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2B14-85D8-69CC-00FA-7E15237C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B603B-9BB1-22B9-E46F-B89AD8D73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B0D01-C073-154A-32B3-EAAE9826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620E3-AF24-6C4F-A4E3-1E9D2A0C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8C7F6-E1BC-28F8-6E7C-3F313E9D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210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B4E1C-042E-77E8-263C-D0F32999B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51F0-B996-3B79-8FBD-E053AB236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CFFBA-35BA-91B3-268F-F2469C3D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ADA9-6D52-3946-CB81-E3543FCB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5AEE1-855D-AA58-911E-3895F851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976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DB774-DD03-65A2-CBFF-4D616E3B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23F4A-7441-CDCE-F8D9-F58272386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141E8-5BCA-ECA2-282B-CCEC6C075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62D75-640B-47C7-BDEE-C835AC469EB8}" type="datetimeFigureOut">
              <a:rPr lang="en-ID" smtClean="0"/>
              <a:t>22/12/2024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1455-F953-C194-3EF8-0064ED425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936D-EAE7-4BCF-F734-387D83113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D8E67-6C13-4A87-BA86-55125798BF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515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3.wdp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slide" Target="slide4.xml"/><Relationship Id="rId3" Type="http://schemas.openxmlformats.org/officeDocument/2006/relationships/image" Target="../media/image6.png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10" Type="http://schemas.microsoft.com/office/2007/relationships/hdphoto" Target="../media/hdphoto5.wdp"/><Relationship Id="rId19" Type="http://schemas.openxmlformats.org/officeDocument/2006/relationships/image" Target="../media/image17.png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slide" Target="slide7.xml"/><Relationship Id="rId3" Type="http://schemas.openxmlformats.org/officeDocument/2006/relationships/image" Target="../media/image6.png"/><Relationship Id="rId21" Type="http://schemas.openxmlformats.org/officeDocument/2006/relationships/image" Target="../media/image15.png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17" Type="http://schemas.openxmlformats.org/officeDocument/2006/relationships/slide" Target="slide5.xml"/><Relationship Id="rId2" Type="http://schemas.openxmlformats.org/officeDocument/2006/relationships/notesSlide" Target="../notesSlides/notesSlide2.xml"/><Relationship Id="rId16" Type="http://schemas.microsoft.com/office/2007/relationships/hdphoto" Target="../media/hdphoto7.wdp"/><Relationship Id="rId20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openxmlformats.org/officeDocument/2006/relationships/image" Target="../media/image14.png"/><Relationship Id="rId10" Type="http://schemas.microsoft.com/office/2007/relationships/hdphoto" Target="../media/hdphoto5.wdp"/><Relationship Id="rId19" Type="http://schemas.openxmlformats.org/officeDocument/2006/relationships/slide" Target="slide8.xml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slide" Target="slide6.xml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image" Target="../media/image18.png"/><Relationship Id="rId3" Type="http://schemas.openxmlformats.org/officeDocument/2006/relationships/image" Target="../media/image6.png"/><Relationship Id="rId21" Type="http://schemas.openxmlformats.org/officeDocument/2006/relationships/image" Target="../media/image20.png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10" Type="http://schemas.microsoft.com/office/2007/relationships/hdphoto" Target="../media/hdphoto5.wdp"/><Relationship Id="rId19" Type="http://schemas.openxmlformats.org/officeDocument/2006/relationships/slide" Target="slide4.xml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microsoft.com/office/2007/relationships/hdphoto" Target="../media/hdphoto8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4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microsoft.com/office/2007/relationships/hdphoto" Target="../media/hdphoto9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openxmlformats.org/officeDocument/2006/relationships/image" Target="../media/image22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microsoft.com/office/2007/relationships/hdphoto" Target="../media/hdphoto5.wdp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4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microsoft.com/office/2007/relationships/hdphoto" Target="../media/hdphoto9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openxmlformats.org/officeDocument/2006/relationships/image" Target="../media/image22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7.svg"/><Relationship Id="rId9" Type="http://schemas.microsoft.com/office/2007/relationships/hdphoto" Target="../media/hdphoto5.wdp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image" Target="../media/image23.png"/><Relationship Id="rId26" Type="http://schemas.openxmlformats.org/officeDocument/2006/relationships/image" Target="../media/image19.png"/><Relationship Id="rId3" Type="http://schemas.openxmlformats.org/officeDocument/2006/relationships/image" Target="../media/image6.png"/><Relationship Id="rId21" Type="http://schemas.openxmlformats.org/officeDocument/2006/relationships/hyperlink" Target="file:///D:\work\projects\library_C++\app.exe" TargetMode="External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5" Type="http://schemas.openxmlformats.org/officeDocument/2006/relationships/slide" Target="slide4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24" Type="http://schemas.microsoft.com/office/2007/relationships/hdphoto" Target="../media/hdphoto10.wdp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23" Type="http://schemas.openxmlformats.org/officeDocument/2006/relationships/image" Target="../media/image25.png"/><Relationship Id="rId10" Type="http://schemas.microsoft.com/office/2007/relationships/hdphoto" Target="../media/hdphoto5.wdp"/><Relationship Id="rId19" Type="http://schemas.openxmlformats.org/officeDocument/2006/relationships/slide" Target="slide9.xml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10.wdp"/><Relationship Id="rId18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5.png"/><Relationship Id="rId17" Type="http://schemas.openxmlformats.org/officeDocument/2006/relationships/slide" Target="slide8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microsoft.com/office/2007/relationships/hdphoto" Target="../media/hdphoto9.wdp"/><Relationship Id="rId5" Type="http://schemas.openxmlformats.org/officeDocument/2006/relationships/image" Target="../media/image9.png"/><Relationship Id="rId15" Type="http://schemas.openxmlformats.org/officeDocument/2006/relationships/slide" Target="slide4.xml"/><Relationship Id="rId10" Type="http://schemas.openxmlformats.org/officeDocument/2006/relationships/image" Target="../media/image22.png"/><Relationship Id="rId19" Type="http://schemas.openxmlformats.org/officeDocument/2006/relationships/image" Target="../media/image27.png"/><Relationship Id="rId4" Type="http://schemas.openxmlformats.org/officeDocument/2006/relationships/image" Target="../media/image7.svg"/><Relationship Id="rId9" Type="http://schemas.microsoft.com/office/2007/relationships/hdphoto" Target="../media/hdphoto5.wdp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image" Target="../media/image23.png"/><Relationship Id="rId26" Type="http://schemas.openxmlformats.org/officeDocument/2006/relationships/image" Target="../media/image19.png"/><Relationship Id="rId3" Type="http://schemas.openxmlformats.org/officeDocument/2006/relationships/image" Target="../media/image6.png"/><Relationship Id="rId21" Type="http://schemas.microsoft.com/office/2007/relationships/hdphoto" Target="../media/hdphoto10.wdp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5" Type="http://schemas.openxmlformats.org/officeDocument/2006/relationships/slide" Target="slide8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24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23" Type="http://schemas.microsoft.com/office/2007/relationships/hdphoto" Target="../media/hdphoto8.wdp"/><Relationship Id="rId10" Type="http://schemas.microsoft.com/office/2007/relationships/hdphoto" Target="../media/hdphoto5.wdp"/><Relationship Id="rId19" Type="http://schemas.openxmlformats.org/officeDocument/2006/relationships/image" Target="../media/image24.png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18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19.png"/><Relationship Id="rId7" Type="http://schemas.microsoft.com/office/2007/relationships/hdphoto" Target="../media/hdphoto4.wdp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20" Type="http://schemas.openxmlformats.org/officeDocument/2006/relationships/slide" Target="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5" Type="http://schemas.microsoft.com/office/2007/relationships/hdphoto" Target="../media/hdphoto7.wdp"/><Relationship Id="rId10" Type="http://schemas.microsoft.com/office/2007/relationships/hdphoto" Target="../media/hdphoto5.wdp"/><Relationship Id="rId19" Type="http://schemas.microsoft.com/office/2007/relationships/hdphoto" Target="../media/hdphoto11.wdp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F65109E-097C-3946-A997-C3810675964C}"/>
              </a:ext>
            </a:extLst>
          </p:cNvPr>
          <p:cNvGrpSpPr/>
          <p:nvPr/>
        </p:nvGrpSpPr>
        <p:grpSpPr>
          <a:xfrm>
            <a:off x="0" y="5601776"/>
            <a:ext cx="5286892" cy="981904"/>
            <a:chOff x="2860" y="5224775"/>
            <a:chExt cx="5286892" cy="981904"/>
          </a:xfrm>
        </p:grpSpPr>
        <p:sp>
          <p:nvSpPr>
            <p:cNvPr id="3" name="Date Placeholder 48">
              <a:extLst>
                <a:ext uri="{FF2B5EF4-FFF2-40B4-BE49-F238E27FC236}">
                  <a16:creationId xmlns:a16="http://schemas.microsoft.com/office/drawing/2014/main" id="{38A24388-F4FC-177C-E313-1722ABB93F3B}"/>
                </a:ext>
              </a:extLst>
            </p:cNvPr>
            <p:cNvSpPr txBox="1">
              <a:spLocks/>
            </p:cNvSpPr>
            <p:nvPr/>
          </p:nvSpPr>
          <p:spPr>
            <a:xfrm>
              <a:off x="2860" y="5224775"/>
              <a:ext cx="1953758" cy="667723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304911BE-CB05-47C6-A4C1-584912B0F9DC}" type="datetime10">
                <a:rPr lang="en-ID" sz="4000" smtClean="0">
                  <a:ln w="19050">
                    <a:solidFill>
                      <a:srgbClr val="FFFFFF"/>
                    </a:solidFill>
                  </a:ln>
                  <a:solidFill>
                    <a:schemeClr val="bg1"/>
                  </a:solidFill>
                  <a:latin typeface="Britannic Bold" panose="020B0903060703020204" pitchFamily="34" charset="0"/>
                </a:rPr>
                <a:pPr algn="ctr"/>
                <a:t>12:43</a:t>
              </a:fld>
              <a:endParaRPr lang="en-ID" sz="2800" dirty="0">
                <a:ln w="19050">
                  <a:solidFill>
                    <a:srgbClr val="FFFFFF"/>
                  </a:solidFill>
                </a:ln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F79773-488A-06CA-B533-4DF7294DAC36}"/>
                </a:ext>
              </a:extLst>
            </p:cNvPr>
            <p:cNvSpPr txBox="1"/>
            <p:nvPr/>
          </p:nvSpPr>
          <p:spPr>
            <a:xfrm>
              <a:off x="216307" y="5745014"/>
              <a:ext cx="5073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  <a:latin typeface="Britannic Bold" panose="020B0903060703020204" pitchFamily="34" charset="0"/>
                </a:rPr>
                <a:t>Wednesday, December 18</a:t>
              </a:r>
              <a:endParaRPr lang="en-ID" sz="24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65570F9-0481-1C5E-C218-EB6C7252E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5098" y1="70915" x2="51541" y2="47386"/>
                        <a14:foregroundMark x1="51541" y1="47386" x2="62745" y2="35621"/>
                        <a14:foregroundMark x1="57143" y1="66340" x2="62745" y2="53922"/>
                        <a14:foregroundMark x1="69468" y1="65033" x2="71148" y2="624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0897" y="6171385"/>
            <a:ext cx="779011" cy="667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39592-9F36-E063-D4D8-1790C6CC13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15" b="89744" l="9778" r="93778">
                        <a14:foregroundMark x1="85778" y1="40385" x2="88444" y2="62821"/>
                        <a14:foregroundMark x1="93778" y1="41667" x2="93778" y2="56410"/>
                        <a14:foregroundMark x1="60000" y1="42949" x2="27556" y2="506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0280" y="6274415"/>
            <a:ext cx="647105" cy="448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6EB2F-BF91-B8A2-9174-012B7F1581C1}"/>
              </a:ext>
            </a:extLst>
          </p:cNvPr>
          <p:cNvSpPr txBox="1"/>
          <p:nvPr/>
        </p:nvSpPr>
        <p:spPr>
          <a:xfrm>
            <a:off x="10809551" y="6366748"/>
            <a:ext cx="195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78779E0-B6DC-49AA-999A-401C7BD764FF}" type="datetime1">
              <a:rPr lang="en-US" smtClean="0">
                <a:solidFill>
                  <a:schemeClr val="bg1"/>
                </a:solidFill>
                <a:latin typeface="Britannic Bold" panose="020B0903060703020204" pitchFamily="34" charset="0"/>
              </a:rPr>
              <a:t>12/22/2024</a:t>
            </a:fld>
            <a:endParaRPr lang="en-ID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E168B-003D-4561-A142-4E06BCEE1002}"/>
              </a:ext>
            </a:extLst>
          </p:cNvPr>
          <p:cNvSpPr txBox="1"/>
          <p:nvPr/>
        </p:nvSpPr>
        <p:spPr>
          <a:xfrm>
            <a:off x="11078901" y="6089749"/>
            <a:ext cx="128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5D5ACB6-4ADD-4D31-8FC2-B613FCF83E47}" type="datetime12">
              <a:rPr lang="en-US" smtClean="0">
                <a:solidFill>
                  <a:schemeClr val="bg1"/>
                </a:solidFill>
                <a:latin typeface="Britannic Bold" panose="020B0903060703020204" pitchFamily="34" charset="0"/>
              </a:rPr>
              <a:t>12:43 PM</a:t>
            </a:fld>
            <a:endParaRPr lang="en-ID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9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EC47F-1B59-1924-A904-12D19DCC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>
            <a:extLst>
              <a:ext uri="{FF2B5EF4-FFF2-40B4-BE49-F238E27FC236}">
                <a16:creationId xmlns:a16="http://schemas.microsoft.com/office/drawing/2014/main" id="{F67FCCDE-B108-18CC-2DE5-F8D91354DFB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8436" y="1189939"/>
            <a:ext cx="1844081" cy="1661416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CC67ED-4738-8C5B-D208-4EF66536B5B6}"/>
              </a:ext>
            </a:extLst>
          </p:cNvPr>
          <p:cNvSpPr txBox="1"/>
          <p:nvPr/>
        </p:nvSpPr>
        <p:spPr>
          <a:xfrm>
            <a:off x="5188436" y="2929390"/>
            <a:ext cx="18440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ooper Black" panose="0208090404030B020404" pitchFamily="18" charset="0"/>
                <a:ea typeface="Tahoma" panose="020B0604030504040204" pitchFamily="34" charset="0"/>
                <a:cs typeface="Tahoma" panose="020B0604030504040204" pitchFamily="34" charset="0"/>
              </a:rPr>
              <a:t>KELOMPOK 7</a:t>
            </a:r>
            <a:endParaRPr lang="en-US" b="1" dirty="0">
              <a:latin typeface="Cooper Black" panose="0208090404030B0204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600" b="1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IF04</a:t>
            </a:r>
            <a:endParaRPr lang="en-ID" sz="1600" b="1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165004-AA40-8FDD-EA84-9C232F2A6834}"/>
              </a:ext>
            </a:extLst>
          </p:cNvPr>
          <p:cNvSpPr/>
          <p:nvPr/>
        </p:nvSpPr>
        <p:spPr>
          <a:xfrm>
            <a:off x="4955457" y="3873910"/>
            <a:ext cx="2310039" cy="369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DEDEDE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A7D8385-7CFB-4E5B-B5E1-63825DCC7287}"/>
              </a:ext>
            </a:extLst>
          </p:cNvPr>
          <p:cNvSpPr txBox="1"/>
          <p:nvPr/>
        </p:nvSpPr>
        <p:spPr>
          <a:xfrm>
            <a:off x="5033844" y="3873910"/>
            <a:ext cx="21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ritannic Bold" panose="020B0903060703020204" pitchFamily="34" charset="0"/>
              </a:rPr>
              <a:t>MULAI</a:t>
            </a:r>
            <a:endParaRPr lang="en-ID" dirty="0">
              <a:latin typeface="Britannic Bold" panose="020B0903060703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EBFE5-D370-1450-4609-C478A97570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5098" y1="70915" x2="51541" y2="47386"/>
                        <a14:foregroundMark x1="51541" y1="47386" x2="62745" y2="35621"/>
                        <a14:foregroundMark x1="57143" y1="66340" x2="62745" y2="53922"/>
                        <a14:foregroundMark x1="69468" y1="65033" x2="71148" y2="624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78497" y="6018985"/>
            <a:ext cx="779011" cy="667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25BB45-35ED-D51A-8B2A-6806C7E3A3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15" b="89744" l="9778" r="93778">
                        <a14:foregroundMark x1="85778" y1="40385" x2="88444" y2="62821"/>
                        <a14:foregroundMark x1="93778" y1="41667" x2="93778" y2="56410"/>
                        <a14:foregroundMark x1="60000" y1="42949" x2="27556" y2="506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07880" y="6122015"/>
            <a:ext cx="647105" cy="448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6FEA96-FCB1-2EB2-A0E5-0DF2FBA3A3DE}"/>
              </a:ext>
            </a:extLst>
          </p:cNvPr>
          <p:cNvSpPr txBox="1"/>
          <p:nvPr/>
        </p:nvSpPr>
        <p:spPr>
          <a:xfrm>
            <a:off x="10657151" y="6214348"/>
            <a:ext cx="195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D1E656-1FCB-4F1C-BCE0-8A0F07C38DE7}" type="datetime1">
              <a:rPr lang="en-US" smtClean="0">
                <a:solidFill>
                  <a:schemeClr val="bg1"/>
                </a:solidFill>
                <a:latin typeface="Britannic Bold" panose="020B0903060703020204" pitchFamily="34" charset="0"/>
              </a:rPr>
              <a:t>12/22/2024</a:t>
            </a:fld>
            <a:endParaRPr lang="en-ID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C5802-34B8-8E0F-43BC-01C90D80E508}"/>
              </a:ext>
            </a:extLst>
          </p:cNvPr>
          <p:cNvSpPr txBox="1"/>
          <p:nvPr/>
        </p:nvSpPr>
        <p:spPr>
          <a:xfrm>
            <a:off x="10926501" y="5937349"/>
            <a:ext cx="128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894863B-71BE-4B50-90C0-016E7B8D98EE}" type="datetime12">
              <a:rPr lang="en-US" smtClean="0">
                <a:solidFill>
                  <a:schemeClr val="bg1"/>
                </a:solidFill>
                <a:latin typeface="Britannic Bold" panose="020B0903060703020204" pitchFamily="34" charset="0"/>
              </a:rPr>
              <a:t>12:43 PM</a:t>
            </a:fld>
            <a:endParaRPr lang="en-ID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30279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CA45B-CDED-0681-88C4-7F3D5A53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3F27521-C333-CD1D-AF56-283F7B4035BF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4382E1-784A-8C73-8FC9-11626C9F1068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0A65B8-2A73-D833-361E-12BBBB556AA8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6EBF8C-964F-5B1D-3ED4-EED60856F412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33415C-D98D-55E3-44DE-A0F5C06475A1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287C875-28D2-AF30-4FD4-AFAC6F40A751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F86268-9958-B7C7-8642-CE5B784E9845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A6F4D0-79F7-DCF4-EB30-FC44A2C65730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9AE3CA-C501-E468-F424-A03E967531BC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9E223DC-7EB6-0146-4040-F57597678437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B36828-BCDD-B1F3-6250-317B7CA7142E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3A9E92-D456-0F1B-1BB4-B2F465AB51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11" t="4601" r="9094" b="8050"/>
          <a:stretch/>
        </p:blipFill>
        <p:spPr>
          <a:xfrm>
            <a:off x="11178663" y="5713894"/>
            <a:ext cx="662940" cy="579120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0BEBB97-3BF1-3020-9D4D-065B82E682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9D164BD6-CBD7-5152-DA6E-03A3C4938DB8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54DE0C6-17F2-2152-81F0-3D1C8BA695F0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631B7CC-E141-0F1A-90CC-C9F209581D82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CA77290-47A4-3318-533B-FBEFA7B6A456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631567C-F798-42C5-9242-F51959BB5197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48411363-1F96-375E-66AF-90AC640C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B6695E4-DF5C-8163-96B4-716474390D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8398CD26-1DA0-B34F-3713-85A205DCC968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3CB43E7-05CE-37F3-AB01-9A91DA56F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C46ACFC1-499D-F3B9-AB9D-8715A93F3F6D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CE13CE11-3823-4EB6-C32F-44B52BD647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288" y="184285"/>
            <a:ext cx="632712" cy="61270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5F1059EB-3013-3408-C659-98D5387B68FD}"/>
              </a:ext>
            </a:extLst>
          </p:cNvPr>
          <p:cNvSpPr txBox="1"/>
          <p:nvPr/>
        </p:nvSpPr>
        <p:spPr>
          <a:xfrm>
            <a:off x="-29183" y="754559"/>
            <a:ext cx="138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My Computer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E7396623-DAD4-1C21-BF6B-1F31E0F9DB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2438" y="4164963"/>
            <a:ext cx="548688" cy="6325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1A51F875-CEE4-3906-18DE-CDC53708B274}"/>
              </a:ext>
            </a:extLst>
          </p:cNvPr>
          <p:cNvSpPr txBox="1"/>
          <p:nvPr/>
        </p:nvSpPr>
        <p:spPr>
          <a:xfrm>
            <a:off x="10923526" y="4705212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Recycle Bin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33E60EEE-DC5D-09F4-BF1D-E554593B9A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2146270"/>
            <a:ext cx="502964" cy="36579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777A397B-51DA-7D1B-D7E0-6F6F14AFD7E9}"/>
              </a:ext>
            </a:extLst>
          </p:cNvPr>
          <p:cNvSpPr txBox="1"/>
          <p:nvPr/>
        </p:nvSpPr>
        <p:spPr>
          <a:xfrm>
            <a:off x="-94147" y="2457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Untuk Apa</a:t>
            </a:r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4B2E810-60AB-0929-36FB-A312E92A08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941" y="1251285"/>
            <a:ext cx="502964" cy="365792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5D8ABE9D-EE95-0AB3-2906-55AC3D193E25}"/>
              </a:ext>
            </a:extLst>
          </p:cNvPr>
          <p:cNvSpPr txBox="1"/>
          <p:nvPr/>
        </p:nvSpPr>
        <p:spPr>
          <a:xfrm>
            <a:off x="-115368" y="1562213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Apa itu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?.txt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DBBF0463-5A43-4D47-FBCF-83258632F0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3009870"/>
            <a:ext cx="502964" cy="36579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81F2403-4D41-4F18-20C3-ED94E51C8E99}"/>
              </a:ext>
            </a:extLst>
          </p:cNvPr>
          <p:cNvSpPr txBox="1"/>
          <p:nvPr/>
        </p:nvSpPr>
        <p:spPr>
          <a:xfrm>
            <a:off x="-94147" y="33207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Mengapa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334A5534-2460-B20B-B123-F39A13852C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002" y="3924270"/>
            <a:ext cx="502964" cy="3657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BE1DD01-06AD-F6B3-C330-52BADCFF9D2C}"/>
              </a:ext>
            </a:extLst>
          </p:cNvPr>
          <p:cNvSpPr txBox="1"/>
          <p:nvPr/>
        </p:nvSpPr>
        <p:spPr>
          <a:xfrm>
            <a:off x="-104307" y="4235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Progres.dll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31DFB12E-509E-575C-A659-DC08312A0D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92523" y="3452915"/>
            <a:ext cx="392625" cy="39328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F1D21EA-AF78-42E2-AF0C-396538887066}"/>
              </a:ext>
            </a:extLst>
          </p:cNvPr>
          <p:cNvSpPr txBox="1"/>
          <p:nvPr/>
        </p:nvSpPr>
        <p:spPr>
          <a:xfrm>
            <a:off x="10907236" y="3846204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Valorant.exe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AFEC26DB-2F54-41BD-9A1F-42E9F0D7C1B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458" r="4829"/>
          <a:stretch/>
        </p:blipFill>
        <p:spPr>
          <a:xfrm>
            <a:off x="11286633" y="3751087"/>
            <a:ext cx="103362" cy="10431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6185BE6-00E5-112E-F8FD-81EB0A2B8AE1}"/>
              </a:ext>
            </a:extLst>
          </p:cNvPr>
          <p:cNvGrpSpPr/>
          <p:nvPr/>
        </p:nvGrpSpPr>
        <p:grpSpPr>
          <a:xfrm>
            <a:off x="2654700" y="754559"/>
            <a:ext cx="6350166" cy="5077281"/>
            <a:chOff x="2885108" y="641813"/>
            <a:chExt cx="6421785" cy="5296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B4CC4C-5128-530C-242B-F27AAEFCB108}"/>
                </a:ext>
              </a:extLst>
            </p:cNvPr>
            <p:cNvSpPr/>
            <p:nvPr/>
          </p:nvSpPr>
          <p:spPr>
            <a:xfrm>
              <a:off x="2885108" y="641813"/>
              <a:ext cx="6421785" cy="529600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rgbClr val="DEDE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6C009C-D255-B47B-246A-DE6E0CB7E3E8}"/>
                </a:ext>
              </a:extLst>
            </p:cNvPr>
            <p:cNvSpPr/>
            <p:nvPr/>
          </p:nvSpPr>
          <p:spPr>
            <a:xfrm>
              <a:off x="2911690" y="700096"/>
              <a:ext cx="6368620" cy="31404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7EF86C-D448-E6B9-43F5-8248F5EA9A64}"/>
                </a:ext>
              </a:extLst>
            </p:cNvPr>
            <p:cNvSpPr/>
            <p:nvPr/>
          </p:nvSpPr>
          <p:spPr>
            <a:xfrm>
              <a:off x="2909492" y="670561"/>
              <a:ext cx="6368620" cy="314830"/>
            </a:xfrm>
            <a:prstGeom prst="rect">
              <a:avLst/>
            </a:prstGeom>
            <a:solidFill>
              <a:srgbClr val="2542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8B68B56-3882-C36C-AC79-945A5BF22B44}"/>
              </a:ext>
            </a:extLst>
          </p:cNvPr>
          <p:cNvSpPr txBox="1"/>
          <p:nvPr/>
        </p:nvSpPr>
        <p:spPr>
          <a:xfrm>
            <a:off x="2746606" y="812178"/>
            <a:ext cx="1913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WELCOME TO OUR TEAM</a:t>
            </a:r>
            <a:endParaRPr lang="en-ID" sz="2000" dirty="0">
              <a:solidFill>
                <a:schemeClr val="bg1"/>
              </a:solidFill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>
            <a:hlinkClick r:id="rId18" action="ppaction://hlinksldjump"/>
            <a:extLst>
              <a:ext uri="{FF2B5EF4-FFF2-40B4-BE49-F238E27FC236}">
                <a16:creationId xmlns:a16="http://schemas.microsoft.com/office/drawing/2014/main" id="{3BD29364-6C23-4C21-2532-B4A5AE31A0D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6819"/>
          <a:stretch/>
        </p:blipFill>
        <p:spPr>
          <a:xfrm>
            <a:off x="8671368" y="808154"/>
            <a:ext cx="246420" cy="24976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6AD41F9-10A8-EF3C-E988-F878D5F70972}"/>
              </a:ext>
            </a:extLst>
          </p:cNvPr>
          <p:cNvGrpSpPr/>
          <p:nvPr/>
        </p:nvGrpSpPr>
        <p:grpSpPr>
          <a:xfrm>
            <a:off x="7547957" y="5449939"/>
            <a:ext cx="1412240" cy="294640"/>
            <a:chOff x="7936094" y="3621139"/>
            <a:chExt cx="1412240" cy="29464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97FBC97-B619-E374-B5F1-B2532863FB77}"/>
                </a:ext>
              </a:extLst>
            </p:cNvPr>
            <p:cNvGrpSpPr/>
            <p:nvPr/>
          </p:nvGrpSpPr>
          <p:grpSpPr>
            <a:xfrm>
              <a:off x="8052285" y="3621139"/>
              <a:ext cx="1188000" cy="294640"/>
              <a:chOff x="1264920" y="4677842"/>
              <a:chExt cx="992320" cy="31848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C62EF42-2B9C-1E67-C05F-D97488845521}"/>
                  </a:ext>
                </a:extLst>
              </p:cNvPr>
              <p:cNvSpPr/>
              <p:nvPr/>
            </p:nvSpPr>
            <p:spPr>
              <a:xfrm>
                <a:off x="1264920" y="4677842"/>
                <a:ext cx="972000" cy="288000"/>
              </a:xfrm>
              <a:prstGeom prst="rect">
                <a:avLst/>
              </a:prstGeom>
              <a:solidFill>
                <a:srgbClr val="DEDE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79DEC38-3E7E-D029-B3C0-20AF39956A7F}"/>
                  </a:ext>
                </a:extLst>
              </p:cNvPr>
              <p:cNvGrpSpPr/>
              <p:nvPr/>
            </p:nvGrpSpPr>
            <p:grpSpPr>
              <a:xfrm>
                <a:off x="1285240" y="4708323"/>
                <a:ext cx="972000" cy="288000"/>
                <a:chOff x="1813560" y="4515283"/>
                <a:chExt cx="972000" cy="2880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61EFCF7-EFFC-E039-B291-967EBC01243D}"/>
                    </a:ext>
                  </a:extLst>
                </p:cNvPr>
                <p:cNvSpPr/>
                <p:nvPr/>
              </p:nvSpPr>
              <p:spPr>
                <a:xfrm>
                  <a:off x="1813560" y="4515283"/>
                  <a:ext cx="972000" cy="288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87366A4-A846-15BC-54C1-E70A92256F36}"/>
                    </a:ext>
                  </a:extLst>
                </p:cNvPr>
                <p:cNvSpPr/>
                <p:nvPr/>
              </p:nvSpPr>
              <p:spPr>
                <a:xfrm>
                  <a:off x="1813560" y="4515283"/>
                  <a:ext cx="944880" cy="271491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 dirty="0"/>
                </a:p>
              </p:txBody>
            </p:sp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BB7555-7B90-B868-CCB9-0DE0B396DDB2}"/>
                </a:ext>
              </a:extLst>
            </p:cNvPr>
            <p:cNvSpPr txBox="1"/>
            <p:nvPr/>
          </p:nvSpPr>
          <p:spPr>
            <a:xfrm>
              <a:off x="7936094" y="3628838"/>
              <a:ext cx="1412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Britannic Bold" panose="020B0903060703020204" pitchFamily="34" charset="0"/>
                  <a:ea typeface="Tahoma" panose="020B0604030504040204" pitchFamily="34" charset="0"/>
                  <a:cs typeface="Tahoma" panose="020B0604030504040204" pitchFamily="34" charset="0"/>
                  <a:hlinkClick r:id="rId18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Close</a:t>
              </a:r>
              <a:endParaRPr lang="en-ID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278BC9-8ED9-62E0-2BCD-EDBE8539FA0C}"/>
              </a:ext>
            </a:extLst>
          </p:cNvPr>
          <p:cNvGrpSpPr/>
          <p:nvPr/>
        </p:nvGrpSpPr>
        <p:grpSpPr>
          <a:xfrm>
            <a:off x="2830106" y="1786216"/>
            <a:ext cx="3753864" cy="3331868"/>
            <a:chOff x="-898871" y="4798169"/>
            <a:chExt cx="818494" cy="80932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8E86BE3-53FA-835E-D23A-E223A93021A7}"/>
                </a:ext>
              </a:extLst>
            </p:cNvPr>
            <p:cNvSpPr/>
            <p:nvPr/>
          </p:nvSpPr>
          <p:spPr>
            <a:xfrm>
              <a:off x="-898871" y="4798169"/>
              <a:ext cx="794167" cy="79739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6614E3-B49D-1D51-98C6-43A26243DE6E}"/>
                </a:ext>
              </a:extLst>
            </p:cNvPr>
            <p:cNvSpPr/>
            <p:nvPr/>
          </p:nvSpPr>
          <p:spPr>
            <a:xfrm>
              <a:off x="-888314" y="4810101"/>
              <a:ext cx="807937" cy="797396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32440C-5121-228E-91DE-10C0CEC79CA7}"/>
                </a:ext>
              </a:extLst>
            </p:cNvPr>
            <p:cNvSpPr/>
            <p:nvPr/>
          </p:nvSpPr>
          <p:spPr>
            <a:xfrm>
              <a:off x="-884195" y="4814816"/>
              <a:ext cx="782129" cy="771224"/>
            </a:xfrm>
            <a:prstGeom prst="rect">
              <a:avLst/>
            </a:prstGeom>
            <a:solidFill>
              <a:srgbClr val="FFFE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5A9EB41-90B2-599A-3813-A3B38411D315}"/>
              </a:ext>
            </a:extLst>
          </p:cNvPr>
          <p:cNvSpPr txBox="1"/>
          <p:nvPr/>
        </p:nvSpPr>
        <p:spPr>
          <a:xfrm>
            <a:off x="2768903" y="1251286"/>
            <a:ext cx="459259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MANAGEMENT DATA LIBRARY </a:t>
            </a:r>
            <a:endParaRPr lang="en-ID" sz="17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4" name="Google Shape;6641;p72">
            <a:extLst>
              <a:ext uri="{FF2B5EF4-FFF2-40B4-BE49-F238E27FC236}">
                <a16:creationId xmlns:a16="http://schemas.microsoft.com/office/drawing/2014/main" id="{5E030648-DBF2-0824-D767-7AB104ACD1F1}"/>
              </a:ext>
            </a:extLst>
          </p:cNvPr>
          <p:cNvGrpSpPr/>
          <p:nvPr/>
        </p:nvGrpSpPr>
        <p:grpSpPr>
          <a:xfrm>
            <a:off x="3064210" y="1977576"/>
            <a:ext cx="539547" cy="479622"/>
            <a:chOff x="3497300" y="3227275"/>
            <a:chExt cx="296175" cy="296175"/>
          </a:xfrm>
          <a:solidFill>
            <a:schemeClr val="accent4"/>
          </a:solidFill>
        </p:grpSpPr>
        <p:sp>
          <p:nvSpPr>
            <p:cNvPr id="45" name="Google Shape;6642;p72">
              <a:extLst>
                <a:ext uri="{FF2B5EF4-FFF2-40B4-BE49-F238E27FC236}">
                  <a16:creationId xmlns:a16="http://schemas.microsoft.com/office/drawing/2014/main" id="{D278C2D9-8C27-B875-A4FF-B14467996E88}"/>
                </a:ext>
              </a:extLst>
            </p:cNvPr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6" name="Google Shape;6643;p72">
              <a:extLst>
                <a:ext uri="{FF2B5EF4-FFF2-40B4-BE49-F238E27FC236}">
                  <a16:creationId xmlns:a16="http://schemas.microsoft.com/office/drawing/2014/main" id="{142D5A41-3EE6-7B35-E6D1-4D2CBBC111E5}"/>
                </a:ext>
              </a:extLst>
            </p:cNvPr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7" name="Google Shape;6644;p72">
              <a:extLst>
                <a:ext uri="{FF2B5EF4-FFF2-40B4-BE49-F238E27FC236}">
                  <a16:creationId xmlns:a16="http://schemas.microsoft.com/office/drawing/2014/main" id="{1F456E00-8269-7C33-11B7-FA4FF8CE010E}"/>
                </a:ext>
              </a:extLst>
            </p:cNvPr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0" name="Google Shape;6645;p72">
              <a:extLst>
                <a:ext uri="{FF2B5EF4-FFF2-40B4-BE49-F238E27FC236}">
                  <a16:creationId xmlns:a16="http://schemas.microsoft.com/office/drawing/2014/main" id="{51C514B9-1108-AEE0-4356-8BA7CF8A2A02}"/>
                </a:ext>
              </a:extLst>
            </p:cNvPr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1" name="Google Shape;6646;p72">
              <a:extLst>
                <a:ext uri="{FF2B5EF4-FFF2-40B4-BE49-F238E27FC236}">
                  <a16:creationId xmlns:a16="http://schemas.microsoft.com/office/drawing/2014/main" id="{EE2990C5-EC2D-864E-EECA-35C7519C00A4}"/>
                </a:ext>
              </a:extLst>
            </p:cNvPr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2" name="Google Shape;6647;p72">
              <a:extLst>
                <a:ext uri="{FF2B5EF4-FFF2-40B4-BE49-F238E27FC236}">
                  <a16:creationId xmlns:a16="http://schemas.microsoft.com/office/drawing/2014/main" id="{B22849F6-BCB6-0079-453E-FDE92B116F55}"/>
                </a:ext>
              </a:extLst>
            </p:cNvPr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3" name="Google Shape;6648;p72">
              <a:extLst>
                <a:ext uri="{FF2B5EF4-FFF2-40B4-BE49-F238E27FC236}">
                  <a16:creationId xmlns:a16="http://schemas.microsoft.com/office/drawing/2014/main" id="{4DBF5F4E-E359-8894-F7AC-67EDE2DB5F42}"/>
                </a:ext>
              </a:extLst>
            </p:cNvPr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54" name="Google Shape;6649;p72">
              <a:extLst>
                <a:ext uri="{FF2B5EF4-FFF2-40B4-BE49-F238E27FC236}">
                  <a16:creationId xmlns:a16="http://schemas.microsoft.com/office/drawing/2014/main" id="{A100BFBC-64D7-FAFB-D240-1F0CB5F767DF}"/>
                </a:ext>
              </a:extLst>
            </p:cNvPr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80DEFBE-4328-0B1F-44CE-A8530FDF08F3}"/>
              </a:ext>
            </a:extLst>
          </p:cNvPr>
          <p:cNvSpPr txBox="1"/>
          <p:nvPr/>
        </p:nvSpPr>
        <p:spPr>
          <a:xfrm>
            <a:off x="3696543" y="2107154"/>
            <a:ext cx="1898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Anggota Kelompok 7. . .</a:t>
            </a:r>
            <a:endParaRPr lang="en-ID" sz="2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0425EB4A-4889-DCAA-FC42-1D8F9ECE4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96713"/>
              </p:ext>
            </p:extLst>
          </p:nvPr>
        </p:nvGraphicFramePr>
        <p:xfrm>
          <a:off x="3064210" y="2681890"/>
          <a:ext cx="3898255" cy="2225040"/>
        </p:xfrm>
        <a:graphic>
          <a:graphicData uri="http://schemas.openxmlformats.org/drawingml/2006/table">
            <a:tbl>
              <a:tblPr firstRow="1" bandRow="1"/>
              <a:tblGrid>
                <a:gridCol w="2262599">
                  <a:extLst>
                    <a:ext uri="{9D8B030D-6E8A-4147-A177-3AD203B41FA5}">
                      <a16:colId xmlns:a16="http://schemas.microsoft.com/office/drawing/2014/main" val="853830688"/>
                    </a:ext>
                  </a:extLst>
                </a:gridCol>
                <a:gridCol w="1635656">
                  <a:extLst>
                    <a:ext uri="{9D8B030D-6E8A-4147-A177-3AD203B41FA5}">
                      <a16:colId xmlns:a16="http://schemas.microsoft.com/office/drawing/2014/main" val="852636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MUHAMMAD GERIN NUGROHO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24.11.6148 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099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DIMAS KHOIRUL WALID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24.11.6169 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5852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MUHAMMAD IMAM RIZKI DAVIND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24.11.6117 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361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HASNUN IRFAN NABIL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24.11.6159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002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ADAM ZHAFRAN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24.11.6137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4191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ITA ALFIRA LALA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solidFill>
                            <a:schemeClr val="tx1"/>
                          </a:solidFill>
                          <a:latin typeface="Karla" pitchFamily="2" charset="0"/>
                        </a:rPr>
                        <a:t>24.11.6127</a:t>
                      </a:r>
                      <a:endParaRPr lang="en-ID" sz="1100" dirty="0">
                        <a:solidFill>
                          <a:schemeClr val="tx1"/>
                        </a:solidFill>
                        <a:latin typeface="Karla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3700857"/>
                  </a:ext>
                </a:extLst>
              </a:tr>
            </a:tbl>
          </a:graphicData>
        </a:graphic>
      </p:graphicFrame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F7A263F-C148-7016-1CD4-D43E3D0A6A6D}"/>
              </a:ext>
            </a:extLst>
          </p:cNvPr>
          <p:cNvCxnSpPr/>
          <p:nvPr/>
        </p:nvCxnSpPr>
        <p:spPr>
          <a:xfrm>
            <a:off x="6777940" y="3449320"/>
            <a:ext cx="2088000" cy="0"/>
          </a:xfrm>
          <a:prstGeom prst="line">
            <a:avLst/>
          </a:prstGeom>
          <a:ln w="38100"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DBD09C9-3015-4304-797C-2AC6B6ADE68E}"/>
              </a:ext>
            </a:extLst>
          </p:cNvPr>
          <p:cNvCxnSpPr/>
          <p:nvPr/>
        </p:nvCxnSpPr>
        <p:spPr>
          <a:xfrm>
            <a:off x="6773680" y="3429000"/>
            <a:ext cx="20880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89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BBB0905-3937-27AF-50DB-458855B9F6EB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CE35D6-3E6B-8D6D-E7D5-569AA71450DC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543A94-8EB3-8687-9291-5BAC9FF76022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096BE87-0091-0153-A5C9-3E3C5FC8E39E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8F33DA-9EFD-35AF-E9B9-714C28752E22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0E68CC-81C8-DB81-CA54-B21F948082E2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DA3D9AB-0BB4-0648-B2C8-3158B515997C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0076C6-D9EE-1887-54BA-8A61A3DA29BD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F2F18D-6B4A-5AD9-2310-DB18006B1B73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198320-5605-F6B4-2ACF-97593B4DC403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D73992-F73F-4D49-A104-3DF300CB43D2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56C7914-2B12-319B-1573-C5BD67F12B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11" t="4601" r="9094" b="8050"/>
          <a:stretch/>
        </p:blipFill>
        <p:spPr>
          <a:xfrm>
            <a:off x="11178663" y="5713894"/>
            <a:ext cx="662940" cy="579120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AAD3EE8-52A4-A706-6F84-C8321A1A49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9438DC30-2BB0-0228-7949-A2012983DF55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C84CAB1-F22A-F9E0-4424-EDF79B1B1B5A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4BB5609-0550-CB55-4553-BF47EC5FA743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EA1ADD9-975E-9BEB-5213-274B4F6D9179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621E6C4-FF24-0050-D21B-83DF68568767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B2D12B29-18D8-5C82-196A-E89C03EA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EB1694C-E294-7FE0-50A1-20BFD4D2DF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0F9BEB5-5ADF-BA09-7EF8-3D9239F0E565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0ECD715-52E2-C4C6-3D4E-34EE78E1F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378CEF0-0D3C-EC07-29CA-98493C5870EC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5353DD8E-430A-7E02-5A64-B111CBC7C1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288" y="184285"/>
            <a:ext cx="632712" cy="61270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C3A9379-EA43-8B91-AAAF-389B0E7C94C7}"/>
              </a:ext>
            </a:extLst>
          </p:cNvPr>
          <p:cNvSpPr txBox="1"/>
          <p:nvPr/>
        </p:nvSpPr>
        <p:spPr>
          <a:xfrm>
            <a:off x="-29183" y="754559"/>
            <a:ext cx="138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My Computer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179EF95-2644-DC5F-A339-BD6D11BEDF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2438" y="4156129"/>
            <a:ext cx="548688" cy="6325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E6C03238-D48E-07EC-7F35-09572B573631}"/>
              </a:ext>
            </a:extLst>
          </p:cNvPr>
          <p:cNvSpPr txBox="1"/>
          <p:nvPr/>
        </p:nvSpPr>
        <p:spPr>
          <a:xfrm>
            <a:off x="10923526" y="4696378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Recycle Bin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5" name="Picture 84">
            <a:hlinkClick r:id="rId14" action="ppaction://hlinksldjump"/>
            <a:extLst>
              <a:ext uri="{FF2B5EF4-FFF2-40B4-BE49-F238E27FC236}">
                <a16:creationId xmlns:a16="http://schemas.microsoft.com/office/drawing/2014/main" id="{D3D0659D-7B78-0292-6DF1-9DBE0BF76F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2146270"/>
            <a:ext cx="502964" cy="36579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9060F7CF-8DBD-3BF1-4D6C-FDEED0DA8084}"/>
              </a:ext>
            </a:extLst>
          </p:cNvPr>
          <p:cNvSpPr txBox="1"/>
          <p:nvPr/>
        </p:nvSpPr>
        <p:spPr>
          <a:xfrm>
            <a:off x="-94147" y="2457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Untuk Apa</a:t>
            </a:r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7" name="Picture 86">
            <a:hlinkClick r:id="rId17" action="ppaction://hlinksldjump"/>
            <a:extLst>
              <a:ext uri="{FF2B5EF4-FFF2-40B4-BE49-F238E27FC236}">
                <a16:creationId xmlns:a16="http://schemas.microsoft.com/office/drawing/2014/main" id="{0C3E7E4F-456F-B360-F8F3-9A84BE2C1D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941" y="1251285"/>
            <a:ext cx="502964" cy="365792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0E35B7A8-E366-29AB-9D7A-E2E729C611B2}"/>
              </a:ext>
            </a:extLst>
          </p:cNvPr>
          <p:cNvSpPr txBox="1"/>
          <p:nvPr/>
        </p:nvSpPr>
        <p:spPr>
          <a:xfrm>
            <a:off x="-115368" y="1562213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Apa itu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?.txt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9" name="Picture 88">
            <a:hlinkClick r:id="rId18" action="ppaction://hlinksldjump"/>
            <a:extLst>
              <a:ext uri="{FF2B5EF4-FFF2-40B4-BE49-F238E27FC236}">
                <a16:creationId xmlns:a16="http://schemas.microsoft.com/office/drawing/2014/main" id="{CF795B6F-CD29-3C0E-B6A4-03217621C2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3009870"/>
            <a:ext cx="502964" cy="36579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46EAF805-204E-75E9-EA83-8C4FB0D85F0F}"/>
              </a:ext>
            </a:extLst>
          </p:cNvPr>
          <p:cNvSpPr txBox="1"/>
          <p:nvPr/>
        </p:nvSpPr>
        <p:spPr>
          <a:xfrm>
            <a:off x="-94147" y="33207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Mengapa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1" name="Picture 90">
            <a:hlinkClick r:id="rId19" action="ppaction://hlinksldjump"/>
            <a:extLst>
              <a:ext uri="{FF2B5EF4-FFF2-40B4-BE49-F238E27FC236}">
                <a16:creationId xmlns:a16="http://schemas.microsoft.com/office/drawing/2014/main" id="{F4C27881-E77E-D02A-3F2F-DCFA6DE189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002" y="3924270"/>
            <a:ext cx="502964" cy="3657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280C145C-4E91-EF7C-008E-FDA8C7593970}"/>
              </a:ext>
            </a:extLst>
          </p:cNvPr>
          <p:cNvSpPr txBox="1"/>
          <p:nvPr/>
        </p:nvSpPr>
        <p:spPr>
          <a:xfrm>
            <a:off x="-104307" y="4235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Progres.dll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4" name="Picture 93">
            <a:hlinkClick r:id="rId20" action="ppaction://hlinksldjump"/>
            <a:extLst>
              <a:ext uri="{FF2B5EF4-FFF2-40B4-BE49-F238E27FC236}">
                <a16:creationId xmlns:a16="http://schemas.microsoft.com/office/drawing/2014/main" id="{EFC21392-60BB-C23E-9DFA-4276109F292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92523" y="3444081"/>
            <a:ext cx="392625" cy="39328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B055C469-BFD5-22FA-C346-2F93AA46361E}"/>
              </a:ext>
            </a:extLst>
          </p:cNvPr>
          <p:cNvSpPr txBox="1"/>
          <p:nvPr/>
        </p:nvSpPr>
        <p:spPr>
          <a:xfrm>
            <a:off x="10907236" y="3837370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Valorant.exe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927DD72D-A33E-F2B7-8D1F-20B00F4F8FE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458" r="4829"/>
          <a:stretch/>
        </p:blipFill>
        <p:spPr>
          <a:xfrm>
            <a:off x="11286633" y="3742253"/>
            <a:ext cx="103362" cy="1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7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AD0CC-2563-7D1B-E5F1-532468BA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9F20C1A-6B31-4EEC-741C-BA3DF0552902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CF2B44-892E-0375-6C5E-EBC445D1688E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B5DA1F-405D-EC50-844A-B79418C49E76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227B21-2349-60BA-DB2A-06768AB07693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AC2E64-404B-8886-B9A2-84AABD319C70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BEA55A-0223-42E3-D070-849CD79D1844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EC6A2DF-CA13-76F0-E3F0-6BDA2462E0A2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CB9C79-2971-8A9B-35DC-9014C863E6A1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5E254C2-9DAB-CEE8-57BD-92ED0CB98CBA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6046769-8553-A327-0264-0D3170BB4AF1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70406-AE0C-4BEA-1413-4F6B326E85AB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B3AFB39-608D-0D6D-C1FF-66EFD448A5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11" t="4601" r="9094" b="8050"/>
          <a:stretch/>
        </p:blipFill>
        <p:spPr>
          <a:xfrm>
            <a:off x="11178663" y="5713894"/>
            <a:ext cx="662940" cy="579120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A86E751-3748-9B04-48FD-8BBBB73ED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82BDC02C-D37F-5EA4-4206-0CB302DCB493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1753FD7-DA00-7166-4FBD-F3CE6C1FBA30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F18E426-E0DB-099D-9A3F-AC0840F7328F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4F5A96F-6B93-A0D2-1572-1C004E6D1C5C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0E02830-B9F3-2037-1159-DE01A271D747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39662A19-47E7-8CD4-C529-4D455B45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50AD11E-ED62-72C9-5BD1-B0F8B824F0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3C2FBE32-AA01-79B1-7988-E75BC1B9AF92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36F7D7E-62F2-09F5-D030-A89DDBB30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FBEF8FC-410A-9952-B935-827F1ED6D677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D839267D-11A1-DE54-8A86-A85B92AE1B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288" y="184285"/>
            <a:ext cx="632712" cy="61270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8ADB0DC-2468-A3F8-E0F8-037A007F6111}"/>
              </a:ext>
            </a:extLst>
          </p:cNvPr>
          <p:cNvSpPr txBox="1"/>
          <p:nvPr/>
        </p:nvSpPr>
        <p:spPr>
          <a:xfrm>
            <a:off x="-29183" y="754559"/>
            <a:ext cx="138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My Computer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8423CDA-B991-5372-8244-CD1D9C06B7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2438" y="4156129"/>
            <a:ext cx="548688" cy="6325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34662041-F416-87C4-8693-4E241696504E}"/>
              </a:ext>
            </a:extLst>
          </p:cNvPr>
          <p:cNvSpPr txBox="1"/>
          <p:nvPr/>
        </p:nvSpPr>
        <p:spPr>
          <a:xfrm>
            <a:off x="10923526" y="4696378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Recycle Bin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FA3B9E7D-46BB-C6E4-BA28-CA0D46940E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2146270"/>
            <a:ext cx="502964" cy="36579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200D24F6-22AF-4DA6-5167-52FFD0A6E1A6}"/>
              </a:ext>
            </a:extLst>
          </p:cNvPr>
          <p:cNvSpPr txBox="1"/>
          <p:nvPr/>
        </p:nvSpPr>
        <p:spPr>
          <a:xfrm>
            <a:off x="-94147" y="2457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Untuk Apa</a:t>
            </a:r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72CC97-421E-281E-C26D-C96EE966A495}"/>
              </a:ext>
            </a:extLst>
          </p:cNvPr>
          <p:cNvGrpSpPr/>
          <p:nvPr/>
        </p:nvGrpSpPr>
        <p:grpSpPr>
          <a:xfrm>
            <a:off x="-115368" y="1251285"/>
            <a:ext cx="1587582" cy="541760"/>
            <a:chOff x="-115368" y="1251285"/>
            <a:chExt cx="1587582" cy="541760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31B9766-90BC-9D8C-A6B9-B2FEFFD81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6941" y="1251285"/>
              <a:ext cx="502964" cy="365792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F1FF520-CBA8-B83B-BA3E-A93C8576FD72}"/>
                </a:ext>
              </a:extLst>
            </p:cNvPr>
            <p:cNvSpPr txBox="1"/>
            <p:nvPr/>
          </p:nvSpPr>
          <p:spPr>
            <a:xfrm>
              <a:off x="-115368" y="1562213"/>
              <a:ext cx="15875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Apa itu</a:t>
              </a: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?.txt</a:t>
              </a:r>
              <a:endParaRPr lang="en-ID" sz="12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06B7F660-E50C-4238-3756-BC2E947E11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3009870"/>
            <a:ext cx="502964" cy="36579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08AF9245-B0A6-531F-FA0F-C7684AEA1869}"/>
              </a:ext>
            </a:extLst>
          </p:cNvPr>
          <p:cNvSpPr txBox="1"/>
          <p:nvPr/>
        </p:nvSpPr>
        <p:spPr>
          <a:xfrm>
            <a:off x="-94147" y="33207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Mengapa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02C875E8-1507-F7D7-90F6-2DFC5643B7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002" y="3924270"/>
            <a:ext cx="502964" cy="3657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5A6A2E06-DFC7-C046-3BC2-11D7FA008AC2}"/>
              </a:ext>
            </a:extLst>
          </p:cNvPr>
          <p:cNvSpPr txBox="1"/>
          <p:nvPr/>
        </p:nvSpPr>
        <p:spPr>
          <a:xfrm>
            <a:off x="-104307" y="4235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Progres.dll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5A814BF-9C37-3F92-AE23-0BB81F6C9E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92523" y="3444081"/>
            <a:ext cx="392625" cy="39328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A6758F65-5F2D-A0FE-B34B-01969DF0BCBB}"/>
              </a:ext>
            </a:extLst>
          </p:cNvPr>
          <p:cNvSpPr txBox="1"/>
          <p:nvPr/>
        </p:nvSpPr>
        <p:spPr>
          <a:xfrm>
            <a:off x="10907236" y="3837370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Valorant.exe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C1711244-450C-C02B-6D2A-1D5433FC8BB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458" r="4829"/>
          <a:stretch/>
        </p:blipFill>
        <p:spPr>
          <a:xfrm>
            <a:off x="11286633" y="3742253"/>
            <a:ext cx="103362" cy="104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F6DE0-491A-4629-C6E7-8EFD7B1D74C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59082" y="1348559"/>
            <a:ext cx="6873836" cy="4160881"/>
          </a:xfrm>
          <a:prstGeom prst="rect">
            <a:avLst/>
          </a:prstGeom>
        </p:spPr>
      </p:pic>
      <p:pic>
        <p:nvPicPr>
          <p:cNvPr id="7" name="Picture 6">
            <a:hlinkClick r:id="rId19" action="ppaction://hlinksldjump"/>
            <a:extLst>
              <a:ext uri="{FF2B5EF4-FFF2-40B4-BE49-F238E27FC236}">
                <a16:creationId xmlns:a16="http://schemas.microsoft.com/office/drawing/2014/main" id="{1EF7B101-9399-A3B7-EA7E-45256CCCE72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47199" y="1414774"/>
            <a:ext cx="144000" cy="117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CF0E6E-33FC-5631-8E63-A65E5BB69C29}"/>
              </a:ext>
            </a:extLst>
          </p:cNvPr>
          <p:cNvSpPr txBox="1"/>
          <p:nvPr/>
        </p:nvSpPr>
        <p:spPr>
          <a:xfrm>
            <a:off x="3018504" y="2597523"/>
            <a:ext cx="61549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 algn="just">
              <a:buSzPts val="1200"/>
            </a:pPr>
            <a:r>
              <a:rPr lang="en-US" sz="1400">
                <a:latin typeface="Karla" pitchFamily="2" charset="0"/>
              </a:rPr>
              <a:t>	System Management Data Library adalah sebuah program yang di rancang untuk mengelola data  buku di perpustakaan, yang dimana terdapat fitur yang sangat memudahkan pengguna dalam mengelola data</a:t>
            </a:r>
            <a:r>
              <a:rPr lang="en-US" sz="1400" dirty="0">
                <a:latin typeface="Karla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E09C2-30AE-9F0C-1172-E36549E2F0D9}"/>
              </a:ext>
            </a:extLst>
          </p:cNvPr>
          <p:cNvSpPr txBox="1"/>
          <p:nvPr/>
        </p:nvSpPr>
        <p:spPr>
          <a:xfrm>
            <a:off x="3018504" y="1774018"/>
            <a:ext cx="61549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>
                <a:latin typeface="Britannic Bold" panose="020B0903060703020204" pitchFamily="34" charset="0"/>
              </a:rPr>
              <a:t>APA ITU ?</a:t>
            </a:r>
            <a:endParaRPr lang="en" sz="1600" dirty="0">
              <a:latin typeface="Britannic Bold" panose="020B0903060703020204" pitchFamily="34" charset="0"/>
            </a:endParaRPr>
          </a:p>
          <a:p>
            <a:pPr algn="ctr"/>
            <a:r>
              <a:rPr lang="en" sz="1600">
                <a:latin typeface="Britannic Bold" panose="020B0903060703020204" pitchFamily="34" charset="0"/>
              </a:rPr>
              <a:t>SYSTEM MANAGEMENT DATA LIBRARY</a:t>
            </a:r>
            <a:br>
              <a:rPr lang="en" dirty="0"/>
            </a:br>
            <a:endParaRPr lang="en-ID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B20DA1-50FB-6D45-43E6-504768D7746D}"/>
              </a:ext>
            </a:extLst>
          </p:cNvPr>
          <p:cNvGrpSpPr/>
          <p:nvPr/>
        </p:nvGrpSpPr>
        <p:grpSpPr>
          <a:xfrm>
            <a:off x="4043023" y="6488177"/>
            <a:ext cx="1565297" cy="298905"/>
            <a:chOff x="1264920" y="4677842"/>
            <a:chExt cx="992320" cy="31848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8625E4-992C-C637-5C39-898E0CC743D1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765AB0-6046-FBDF-2BC5-5C41EE80A962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C167808-364F-E84F-630A-E1A73C255A06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D9FBCA8-F881-F458-6B17-41594E287157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EEC71CCD-2D46-D2E2-232E-F6456625D2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5169" y="6515010"/>
            <a:ext cx="236240" cy="23624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A37C73-F6D0-BC34-C91F-1ADBABC8C750}"/>
              </a:ext>
            </a:extLst>
          </p:cNvPr>
          <p:cNvSpPr txBox="1"/>
          <p:nvPr/>
        </p:nvSpPr>
        <p:spPr>
          <a:xfrm>
            <a:off x="4300065" y="6506046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Notepad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79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09532-9BA8-C467-5FC8-E11DFD64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5AF51AC-ADCC-1BAF-C1C9-C360B5415648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849D5A-822C-5737-7BA8-EFF4FB8DE3A6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5C2B2F-82B7-6BCB-6324-D3C31A47BF4A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498B094-4B2C-C133-8C13-6A19A59117B0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7AB2DE8-8D17-78C7-6690-9FB999519CB3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BAEAEB7-80AB-E162-D0B8-79E268071192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9C3756F-C092-0866-9DD7-2DA8975BDD59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20E9A1C-37AE-20F2-E46A-D85CF887F3B4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87F8216-6D27-3486-DC04-52BBC25E672D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254A9E7-EA8D-285C-EBA3-532B4572186B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931001-CD5F-FF85-0047-2E26C3F4355F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B7E5EC1-0244-2A97-DB60-6E46A59A51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050528B1-208A-7895-24F5-171CEFABF1B0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BED1CFF-4154-1A7F-C6C6-11B956BF7600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E2B99AE-244D-6DD4-2DA8-1533F11DAF6D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EF06C01-6662-20D3-B717-6CCDEE17D501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4D7E647-A81A-4BD4-C26D-F530047F008A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625364F2-BF7B-569D-3D56-A68C256E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3D0AFF3-03EE-3025-7A81-C1931875C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7114482C-680F-C0E9-960D-46B023E3D049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49F4479-2B30-AB80-1705-102F5BB8D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6DB54D2-FDD6-C636-B8E7-4491D63D44BC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63D0817-0C4F-A637-0402-EDF43AF480C8}"/>
              </a:ext>
            </a:extLst>
          </p:cNvPr>
          <p:cNvGrpSpPr/>
          <p:nvPr/>
        </p:nvGrpSpPr>
        <p:grpSpPr>
          <a:xfrm>
            <a:off x="0" y="0"/>
            <a:ext cx="12192000" cy="6421345"/>
            <a:chOff x="2429319" y="691717"/>
            <a:chExt cx="7333362" cy="52581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C0DD926-F4C9-8A9D-62BF-84AB5E9F4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9319" y="691717"/>
              <a:ext cx="7333362" cy="525816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F59242-6A75-3B1F-4D77-4A2D64EA0243}"/>
                </a:ext>
              </a:extLst>
            </p:cNvPr>
            <p:cNvSpPr/>
            <p:nvPr/>
          </p:nvSpPr>
          <p:spPr>
            <a:xfrm>
              <a:off x="2554584" y="1899920"/>
              <a:ext cx="5837576" cy="30272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C4CFFE9-73D4-CCCD-48B8-CDA8E9D33423}"/>
              </a:ext>
            </a:extLst>
          </p:cNvPr>
          <p:cNvGrpSpPr/>
          <p:nvPr/>
        </p:nvGrpSpPr>
        <p:grpSpPr>
          <a:xfrm>
            <a:off x="4043023" y="6488177"/>
            <a:ext cx="1888385" cy="298905"/>
            <a:chOff x="1264920" y="4677842"/>
            <a:chExt cx="992320" cy="3184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C588F70-0D6E-51A8-2B96-19686D70AEE7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CDF8094-C619-5320-DC99-4704132FAFBC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0B2F99D-2ED3-A9AB-8F79-3125132E848F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9F7F07-0E2E-617F-D078-3BDD6C9FC033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ECC50B-C6AF-546B-72F4-65936E4BF077}"/>
              </a:ext>
            </a:extLst>
          </p:cNvPr>
          <p:cNvSpPr txBox="1"/>
          <p:nvPr/>
        </p:nvSpPr>
        <p:spPr>
          <a:xfrm>
            <a:off x="4300065" y="6506046"/>
            <a:ext cx="168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Microsoft Word – Doc</a:t>
            </a:r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...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6FEC45-FC69-EFFD-3D23-8473625EC5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556" b="93651" l="6509" r="98521">
                        <a14:foregroundMark x1="11538" y1="10714" x2="24556" y2="12302"/>
                        <a14:foregroundMark x1="51479" y1="9524" x2="57692" y2="9524"/>
                        <a14:foregroundMark x1="81953" y1="10714" x2="76331" y2="10714"/>
                        <a14:foregroundMark x1="92899" y1="13095" x2="83432" y2="10714"/>
                        <a14:foregroundMark x1="13609" y1="91270" x2="21006" y2="92460"/>
                        <a14:foregroundMark x1="54142" y1="7540" x2="56509" y2="7540"/>
                        <a14:foregroundMark x1="6509" y1="11111" x2="10947" y2="8333"/>
                        <a14:foregroundMark x1="48225" y1="93254" x2="56509" y2="93651"/>
                        <a14:foregroundMark x1="17456" y1="93254" x2="23077" y2="93651"/>
                        <a14:foregroundMark x1="74852" y1="5952" x2="94970" y2="6349"/>
                        <a14:foregroundMark x1="97041" y1="6349" x2="98521" y2="134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06526" y="6557817"/>
            <a:ext cx="242699" cy="1809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3732DDD-8705-6B7C-1AE9-1083127AEEEB}"/>
              </a:ext>
            </a:extLst>
          </p:cNvPr>
          <p:cNvSpPr txBox="1"/>
          <p:nvPr/>
        </p:nvSpPr>
        <p:spPr>
          <a:xfrm>
            <a:off x="1728802" y="1475475"/>
            <a:ext cx="6154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800">
                <a:latin typeface="Britannic Bold" panose="020B0903060703020204" pitchFamily="34" charset="0"/>
              </a:rPr>
              <a:t>UNTUK APA ?</a:t>
            </a:r>
            <a:endParaRPr lang="en" sz="1800" dirty="0">
              <a:latin typeface="Britannic Bold" panose="020B0903060703020204" pitchFamily="34" charset="0"/>
            </a:endParaRPr>
          </a:p>
          <a:p>
            <a:pPr algn="ctr"/>
            <a:r>
              <a:rPr lang="en" sz="1800">
                <a:latin typeface="Britannic Bold" panose="020B0903060703020204" pitchFamily="34" charset="0"/>
              </a:rPr>
              <a:t>SYSTEM MANAGEMENT DATA LIBRARY</a:t>
            </a:r>
            <a:endParaRPr lang="en-ID" dirty="0"/>
          </a:p>
        </p:txBody>
      </p:sp>
      <p:pic>
        <p:nvPicPr>
          <p:cNvPr id="26" name="Picture 25">
            <a:hlinkClick r:id="rId13" action="ppaction://hlinksldjump"/>
            <a:extLst>
              <a:ext uri="{FF2B5EF4-FFF2-40B4-BE49-F238E27FC236}">
                <a16:creationId xmlns:a16="http://schemas.microsoft.com/office/drawing/2014/main" id="{98440F6E-1DD8-3337-47F6-2FC288E252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22887" y="25401"/>
            <a:ext cx="216000" cy="12232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317B130-1FC6-EA8A-86E4-CCBE35CF1547}"/>
              </a:ext>
            </a:extLst>
          </p:cNvPr>
          <p:cNvSpPr/>
          <p:nvPr/>
        </p:nvSpPr>
        <p:spPr>
          <a:xfrm>
            <a:off x="1767840" y="20320"/>
            <a:ext cx="1087120" cy="147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C58744-A38D-DC66-F5B3-5794610337C9}"/>
              </a:ext>
            </a:extLst>
          </p:cNvPr>
          <p:cNvSpPr/>
          <p:nvPr/>
        </p:nvSpPr>
        <p:spPr>
          <a:xfrm>
            <a:off x="247847" y="20320"/>
            <a:ext cx="1466880" cy="147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C43694-503A-AC6A-F0E4-55B4BB394D38}"/>
              </a:ext>
            </a:extLst>
          </p:cNvPr>
          <p:cNvSpPr txBox="1"/>
          <p:nvPr/>
        </p:nvSpPr>
        <p:spPr>
          <a:xfrm>
            <a:off x="247847" y="-22352"/>
            <a:ext cx="324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>
                <a:ln w="19050">
                  <a:noFill/>
                </a:ln>
                <a:solidFill>
                  <a:srgbClr val="EAEAEA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Microsoft Word – Supersemar (</a:t>
            </a:r>
            <a:r>
              <a:rPr lang="en-US" sz="1000" i="1" dirty="0">
                <a:ln w="19050">
                  <a:noFill/>
                </a:ln>
                <a:solidFill>
                  <a:srgbClr val="EAEAEA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copy)</a:t>
            </a:r>
          </a:p>
          <a:p>
            <a:endParaRPr lang="en-ID" sz="1000" i="1" dirty="0">
              <a:solidFill>
                <a:srgbClr val="EAEAEA"/>
              </a:solidFill>
              <a:latin typeface="Britannic Bold" panose="020B0903060703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17F1C6-4C9D-4CDD-C7F6-7C0780511462}"/>
              </a:ext>
            </a:extLst>
          </p:cNvPr>
          <p:cNvSpPr txBox="1"/>
          <p:nvPr/>
        </p:nvSpPr>
        <p:spPr>
          <a:xfrm>
            <a:off x="532004" y="2507082"/>
            <a:ext cx="83077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 sz="1800" b="0" dirty="0">
                <a:latin typeface="Karla" pitchFamily="2" charset="0"/>
              </a:rPr>
              <a:t>	</a:t>
            </a:r>
            <a:r>
              <a:rPr lang="en-US" sz="1800" b="0" dirty="0" err="1">
                <a:latin typeface="Karla" pitchFamily="2" charset="0"/>
              </a:rPr>
              <a:t>Fungsinya</a:t>
            </a:r>
            <a:r>
              <a:rPr lang="en-US" sz="1800" b="0" dirty="0">
                <a:latin typeface="Karla" pitchFamily="2" charset="0"/>
              </a:rPr>
              <a:t> </a:t>
            </a:r>
            <a:r>
              <a:rPr lang="en-US" sz="1800" b="0" dirty="0" err="1">
                <a:latin typeface="Karla" pitchFamily="2" charset="0"/>
              </a:rPr>
              <a:t>dapat</a:t>
            </a:r>
            <a:r>
              <a:rPr lang="en-US" sz="1800" b="0" dirty="0">
                <a:latin typeface="Karla" pitchFamily="2" charset="0"/>
              </a:rPr>
              <a:t> </a:t>
            </a:r>
            <a:r>
              <a:rPr lang="en-US" sz="1800" b="0" dirty="0" err="1">
                <a:latin typeface="Karla" pitchFamily="2" charset="0"/>
              </a:rPr>
              <a:t>digunakan</a:t>
            </a:r>
            <a:r>
              <a:rPr lang="en-US" sz="1800" b="0" dirty="0">
                <a:latin typeface="Karla" pitchFamily="2" charset="0"/>
              </a:rPr>
              <a:t> </a:t>
            </a:r>
            <a:r>
              <a:rPr lang="en-US" sz="1800" b="0" dirty="0" err="1">
                <a:latin typeface="Karla" pitchFamily="2" charset="0"/>
              </a:rPr>
              <a:t>untuk</a:t>
            </a:r>
            <a:r>
              <a:rPr lang="en-US" sz="1800" b="0" dirty="0">
                <a:latin typeface="Karla" pitchFamily="2" charset="0"/>
              </a:rPr>
              <a:t> </a:t>
            </a:r>
            <a:r>
              <a:rPr lang="en-US" sz="1800" b="0" dirty="0" err="1">
                <a:latin typeface="Karla" pitchFamily="2" charset="0"/>
              </a:rPr>
              <a:t>mengumpulkan</a:t>
            </a:r>
            <a:r>
              <a:rPr lang="en-US" sz="1800" b="0" dirty="0">
                <a:latin typeface="Karla" pitchFamily="2" charset="0"/>
              </a:rPr>
              <a:t>, </a:t>
            </a:r>
            <a:r>
              <a:rPr lang="en-US" sz="1800" b="0" dirty="0" err="1">
                <a:latin typeface="Karla" pitchFamily="2" charset="0"/>
              </a:rPr>
              <a:t>menata</a:t>
            </a:r>
            <a:r>
              <a:rPr lang="en-US" sz="1800" b="0" dirty="0">
                <a:latin typeface="Karla" pitchFamily="2" charset="0"/>
              </a:rPr>
              <a:t>, </a:t>
            </a:r>
            <a:r>
              <a:rPr lang="en-US" sz="1800" b="0" dirty="0" err="1">
                <a:latin typeface="Karla" pitchFamily="2" charset="0"/>
              </a:rPr>
              <a:t>memanajemen</a:t>
            </a:r>
            <a:r>
              <a:rPr lang="en-US" sz="1800" b="0" dirty="0">
                <a:latin typeface="Karla" pitchFamily="2" charset="0"/>
              </a:rPr>
              <a:t>, dan </a:t>
            </a:r>
            <a:r>
              <a:rPr lang="en-US" sz="1800" b="0" dirty="0" err="1">
                <a:latin typeface="Karla" pitchFamily="2" charset="0"/>
              </a:rPr>
              <a:t>mengarsipkan</a:t>
            </a:r>
            <a:r>
              <a:rPr lang="en-US" sz="1800" b="0" dirty="0">
                <a:latin typeface="Karla" pitchFamily="2" charset="0"/>
              </a:rPr>
              <a:t> data </a:t>
            </a:r>
            <a:r>
              <a:rPr lang="en-US" sz="1800" b="0" dirty="0" err="1">
                <a:latin typeface="Karla" pitchFamily="2" charset="0"/>
              </a:rPr>
              <a:t>secara</a:t>
            </a:r>
            <a:r>
              <a:rPr lang="en-US" sz="1800" b="0" dirty="0">
                <a:latin typeface="Karla" pitchFamily="2" charset="0"/>
              </a:rPr>
              <a:t> </a:t>
            </a:r>
            <a:r>
              <a:rPr lang="en-US" sz="1800" b="0" dirty="0" err="1">
                <a:latin typeface="Karla" pitchFamily="2" charset="0"/>
              </a:rPr>
              <a:t>praktis</a:t>
            </a:r>
            <a:r>
              <a:rPr lang="en-US" sz="1800" b="0" dirty="0">
                <a:latin typeface="Karla" pitchFamily="2" charset="0"/>
              </a:rPr>
              <a:t> dan </a:t>
            </a:r>
            <a:r>
              <a:rPr lang="en-US" sz="1800" b="0" dirty="0" err="1">
                <a:latin typeface="Karla" pitchFamily="2" charset="0"/>
              </a:rPr>
              <a:t>efisien</a:t>
            </a:r>
            <a:r>
              <a:rPr lang="en-US" sz="1800" b="0" dirty="0">
                <a:latin typeface="Karl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5188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2C588-3B62-5AE2-BDCB-3B4E1ED1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0EA7200-04A2-65E7-2D9E-E99FCE47297E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5C9251-FF87-C9EF-03F6-C8E7E836426D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C109D4D-1F57-B220-9738-0040E014F38D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6C7EC9-2FF4-2C60-45AC-7FF35F7A75E3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2DEFBD-4ECA-F8C1-5224-87B6408ED2F5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E9BCD33-03E6-B594-F55D-43131CFEB983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27BE72F-C990-5FA3-1318-759FBDDE5706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56C1129-300A-02C2-34CA-90420A31036F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8290AA-24FB-D602-07A6-5BABDE0CA3AE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71F8CBB-FAED-0B59-44BA-49863EABBDCE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97D5F3-CF13-B874-6391-21FEAE1707F4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7C89D58-0809-7EAA-AF38-9631E4470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C501237C-9187-2471-F271-DC6F2C17FA50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1085EF5-DAF6-3D12-AD81-0FFC000D2EB7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C90BAAA-8B7D-34E3-2E2F-AF3033057C55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9BE2DBD-8117-9D21-F837-E1C774663AD1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4357618-45AA-D078-5180-D25A1E972ADD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6FBB2F27-81A8-B23A-C940-16607F1B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C75BDD66-D397-B4BC-552D-3656CB2A8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75191D65-5FEB-2CF3-7B69-8B01DC88F848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DA02757-FE31-B21F-8209-0D65C0F2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57FB1D6-9BA7-257B-24C9-32975E5050AC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3ADF42F-F0FA-059A-7DC5-3F44F6994DF5}"/>
              </a:ext>
            </a:extLst>
          </p:cNvPr>
          <p:cNvGrpSpPr/>
          <p:nvPr/>
        </p:nvGrpSpPr>
        <p:grpSpPr>
          <a:xfrm>
            <a:off x="0" y="0"/>
            <a:ext cx="12192000" cy="6421345"/>
            <a:chOff x="2429319" y="691717"/>
            <a:chExt cx="7333362" cy="52581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C0A3B8-9B02-40F6-284E-E68810286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9319" y="691717"/>
              <a:ext cx="7333362" cy="525816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E5D3E2-4401-A303-81B3-F04C81FC4465}"/>
                </a:ext>
              </a:extLst>
            </p:cNvPr>
            <p:cNvSpPr/>
            <p:nvPr/>
          </p:nvSpPr>
          <p:spPr>
            <a:xfrm>
              <a:off x="2554584" y="1899920"/>
              <a:ext cx="5837576" cy="30272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D19DBB-B819-FE0B-D127-5C4BF2683932}"/>
              </a:ext>
            </a:extLst>
          </p:cNvPr>
          <p:cNvGrpSpPr/>
          <p:nvPr/>
        </p:nvGrpSpPr>
        <p:grpSpPr>
          <a:xfrm>
            <a:off x="4043023" y="6488177"/>
            <a:ext cx="1888385" cy="298905"/>
            <a:chOff x="1264920" y="4677842"/>
            <a:chExt cx="992320" cy="3184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90809E-CB05-F475-D924-B91969CA8BFF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68E5322-9586-7482-56BE-3179C8E872AA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D9283DA-3022-C911-5016-C09E61504F78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23795CA-5C04-8F37-DC88-3C5EC4BF48CB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4E0CF38-01C6-797F-7D1E-555619C1E6E1}"/>
              </a:ext>
            </a:extLst>
          </p:cNvPr>
          <p:cNvSpPr txBox="1"/>
          <p:nvPr/>
        </p:nvSpPr>
        <p:spPr>
          <a:xfrm>
            <a:off x="4300065" y="6506046"/>
            <a:ext cx="168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Microsoft Word – Doc</a:t>
            </a:r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...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C267B5-0455-A5F1-EB32-AC3DD0AD4B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556" b="93651" l="6509" r="98521">
                        <a14:foregroundMark x1="11538" y1="10714" x2="24556" y2="12302"/>
                        <a14:foregroundMark x1="51479" y1="9524" x2="57692" y2="9524"/>
                        <a14:foregroundMark x1="81953" y1="10714" x2="76331" y2="10714"/>
                        <a14:foregroundMark x1="92899" y1="13095" x2="83432" y2="10714"/>
                        <a14:foregroundMark x1="13609" y1="91270" x2="21006" y2="92460"/>
                        <a14:foregroundMark x1="54142" y1="7540" x2="56509" y2="7540"/>
                        <a14:foregroundMark x1="6509" y1="11111" x2="10947" y2="8333"/>
                        <a14:foregroundMark x1="48225" y1="93254" x2="56509" y2="93651"/>
                        <a14:foregroundMark x1="17456" y1="93254" x2="23077" y2="93651"/>
                        <a14:foregroundMark x1="74852" y1="5952" x2="94970" y2="6349"/>
                        <a14:foregroundMark x1="97041" y1="6349" x2="98521" y2="134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06526" y="6557817"/>
            <a:ext cx="242699" cy="1809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3C562C3-DED1-3653-AE98-B210FA39105A}"/>
              </a:ext>
            </a:extLst>
          </p:cNvPr>
          <p:cNvSpPr txBox="1"/>
          <p:nvPr/>
        </p:nvSpPr>
        <p:spPr>
          <a:xfrm>
            <a:off x="1773083" y="1485485"/>
            <a:ext cx="6154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800" dirty="0">
                <a:latin typeface="Britannic Bold" panose="020B0903060703020204" pitchFamily="34" charset="0"/>
              </a:rPr>
              <a:t>MENGAPA ?</a:t>
            </a:r>
          </a:p>
          <a:p>
            <a:pPr algn="ctr"/>
            <a:r>
              <a:rPr lang="en" sz="1800" dirty="0">
                <a:latin typeface="Britannic Bold" panose="020B0903060703020204" pitchFamily="34" charset="0"/>
              </a:rPr>
              <a:t>SYSTEM MANAGEMENT DATA LIBRARY</a:t>
            </a:r>
            <a:endParaRPr lang="en-ID" dirty="0"/>
          </a:p>
        </p:txBody>
      </p:sp>
      <p:pic>
        <p:nvPicPr>
          <p:cNvPr id="26" name="Picture 25">
            <a:hlinkClick r:id="rId13" action="ppaction://hlinksldjump"/>
            <a:extLst>
              <a:ext uri="{FF2B5EF4-FFF2-40B4-BE49-F238E27FC236}">
                <a16:creationId xmlns:a16="http://schemas.microsoft.com/office/drawing/2014/main" id="{B66AF5EE-B3EA-A245-51FC-16B71EBE9B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22887" y="25401"/>
            <a:ext cx="216000" cy="12232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0C56225-A06F-F81D-205C-1EEC095E1C59}"/>
              </a:ext>
            </a:extLst>
          </p:cNvPr>
          <p:cNvSpPr/>
          <p:nvPr/>
        </p:nvSpPr>
        <p:spPr>
          <a:xfrm>
            <a:off x="1767840" y="20320"/>
            <a:ext cx="1087120" cy="147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CD401A-F7D6-F2D3-46DE-2F94B887EF0C}"/>
              </a:ext>
            </a:extLst>
          </p:cNvPr>
          <p:cNvSpPr/>
          <p:nvPr/>
        </p:nvSpPr>
        <p:spPr>
          <a:xfrm>
            <a:off x="247847" y="20320"/>
            <a:ext cx="1466880" cy="147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0DB117-032B-D692-0FBD-45D88497DEB3}"/>
              </a:ext>
            </a:extLst>
          </p:cNvPr>
          <p:cNvSpPr txBox="1"/>
          <p:nvPr/>
        </p:nvSpPr>
        <p:spPr>
          <a:xfrm>
            <a:off x="247847" y="-22352"/>
            <a:ext cx="324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>
                <a:ln w="19050">
                  <a:noFill/>
                </a:ln>
                <a:solidFill>
                  <a:srgbClr val="EAEAEA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Microsoft Word – Teks Proklamasi (</a:t>
            </a:r>
            <a:r>
              <a:rPr lang="en-US" sz="1000" i="1" dirty="0">
                <a:ln w="19050">
                  <a:noFill/>
                </a:ln>
                <a:solidFill>
                  <a:srgbClr val="EAEAEA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copy)</a:t>
            </a:r>
          </a:p>
          <a:p>
            <a:endParaRPr lang="en-ID" sz="1000" i="1" dirty="0">
              <a:solidFill>
                <a:srgbClr val="EAEAEA"/>
              </a:solidFill>
              <a:latin typeface="Britannic Bold" panose="020B0903060703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C8776-3FA5-EA31-E40D-BB6DA7F47981}"/>
              </a:ext>
            </a:extLst>
          </p:cNvPr>
          <p:cNvSpPr txBox="1"/>
          <p:nvPr/>
        </p:nvSpPr>
        <p:spPr>
          <a:xfrm>
            <a:off x="385855" y="2683962"/>
            <a:ext cx="83704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 algn="just">
              <a:buSzPts val="1200"/>
            </a:pPr>
            <a:r>
              <a:rPr lang="en-US" sz="1800" dirty="0">
                <a:latin typeface="Karla" pitchFamily="2" charset="0"/>
              </a:rPr>
              <a:t>	Kami </a:t>
            </a:r>
            <a:r>
              <a:rPr lang="en-US" sz="1800" dirty="0" err="1">
                <a:latin typeface="Karla" pitchFamily="2" charset="0"/>
              </a:rPr>
              <a:t>memilih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judul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ini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adalah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karna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merasa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tertarik</a:t>
            </a:r>
            <a:r>
              <a:rPr lang="en-US" sz="1800" dirty="0">
                <a:latin typeface="Karla" pitchFamily="2" charset="0"/>
              </a:rPr>
              <a:t> dan </a:t>
            </a:r>
            <a:r>
              <a:rPr lang="en-US" sz="1800" dirty="0" err="1">
                <a:latin typeface="Karla" pitchFamily="2" charset="0"/>
              </a:rPr>
              <a:t>terinsiparasi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dengan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sistem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manajemen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buku</a:t>
            </a:r>
            <a:r>
              <a:rPr lang="en-US" sz="1800" dirty="0">
                <a:latin typeface="Karla" pitchFamily="2" charset="0"/>
              </a:rPr>
              <a:t> di </a:t>
            </a:r>
            <a:r>
              <a:rPr lang="en-US" sz="1800" dirty="0" err="1">
                <a:latin typeface="Karla" pitchFamily="2" charset="0"/>
              </a:rPr>
              <a:t>perpustakaan</a:t>
            </a:r>
            <a:r>
              <a:rPr lang="en-US" sz="1800" dirty="0">
                <a:latin typeface="Karla" pitchFamily="2" charset="0"/>
              </a:rPr>
              <a:t>, dan </a:t>
            </a:r>
            <a:r>
              <a:rPr lang="en-US" sz="1800" dirty="0" err="1">
                <a:latin typeface="Karla" pitchFamily="2" charset="0"/>
              </a:rPr>
              <a:t>ingin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mengimpimentasikannya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dalam</a:t>
            </a:r>
            <a:r>
              <a:rPr lang="en-US" sz="1800" dirty="0">
                <a:latin typeface="Karla" pitchFamily="2" charset="0"/>
              </a:rPr>
              <a:t> </a:t>
            </a:r>
            <a:r>
              <a:rPr lang="en-US" sz="1800" dirty="0" err="1">
                <a:latin typeface="Karla" pitchFamily="2" charset="0"/>
              </a:rPr>
              <a:t>bentuk</a:t>
            </a:r>
            <a:r>
              <a:rPr lang="en-US" sz="1800" dirty="0">
                <a:latin typeface="Karla" pitchFamily="2" charset="0"/>
              </a:rPr>
              <a:t> program</a:t>
            </a:r>
            <a:r>
              <a:rPr lang="en-US" dirty="0">
                <a:latin typeface="Karla" pitchFamily="2" charset="0"/>
              </a:rPr>
              <a:t>.</a:t>
            </a:r>
            <a:endParaRPr lang="en-US" sz="1800" dirty="0">
              <a:latin typeface="Kar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61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FAB4B-8982-21E3-8CBE-60A3B67A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4F0A7AE-1142-83FE-3D07-D8171F473089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CC678E-C8F5-09B2-E504-4D7DED3920BF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EC46E2F-EFAD-C7D1-B3BD-FE857F85D0E0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C0D8C38-1614-208B-CD9E-360A8EAACFE2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F7C0AC-BEED-665D-FE73-96CEDA997D94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84638C2-4A87-734A-2A77-8CC90A0E3936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95E67EA-8F43-461E-EBDD-651B9443E8E7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F98E6C4-9EC7-D3E9-CDB4-18E87C04EDAC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7CF963-43B6-63E1-5726-1A7C339FA5E5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F890AD-494D-9F82-9429-020683065E9B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264D02-A758-A5A8-ADA6-66CA14BA6F61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E8338E-68DF-605C-5274-5C594FA040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11" t="4601" r="9094" b="8050"/>
          <a:stretch/>
        </p:blipFill>
        <p:spPr>
          <a:xfrm>
            <a:off x="11178663" y="5713894"/>
            <a:ext cx="662940" cy="579120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1DD5703-9913-609E-D860-B6A396C005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6E40D417-F759-6552-41C5-33D11F747B40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6EF4F35-C483-508B-6581-374B5361A21B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09044BC-E2FA-02C7-6324-F801F5D4FDF4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54102AC-0D70-8A80-F372-ED1FD7213A89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14AD53C-13F0-6971-2C75-BC8B28F20D8A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F1278754-85A5-71E0-733C-94FDA1C744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CCE0681-11A3-014D-81FE-53588FEA67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50551C5B-E54F-4DFE-DA38-1417FD5BAEF4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E7116CC-E921-58F6-38F1-6AE7DC816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D365E82-96A1-09D6-F2EB-735C7989078C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6BA84FE0-95F7-0ED9-3F1C-EFC995BDB5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288" y="184285"/>
            <a:ext cx="632712" cy="61270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F61089B-991D-35EE-7BCD-97F29CB04D8F}"/>
              </a:ext>
            </a:extLst>
          </p:cNvPr>
          <p:cNvSpPr txBox="1"/>
          <p:nvPr/>
        </p:nvSpPr>
        <p:spPr>
          <a:xfrm>
            <a:off x="-29183" y="754559"/>
            <a:ext cx="138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My Computer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BC00268-BF0F-367B-1992-12C58B0DE5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2438" y="4156129"/>
            <a:ext cx="548688" cy="6325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6E8A0C0B-2A58-28FB-FCD6-279413857490}"/>
              </a:ext>
            </a:extLst>
          </p:cNvPr>
          <p:cNvSpPr txBox="1"/>
          <p:nvPr/>
        </p:nvSpPr>
        <p:spPr>
          <a:xfrm>
            <a:off x="10923526" y="4696378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Recycle Bin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6BC691AA-C1DE-FC51-AD63-23A57E2138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2146270"/>
            <a:ext cx="502964" cy="36579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A9EBFD68-8038-3E39-1A1B-BEF4301C02A6}"/>
              </a:ext>
            </a:extLst>
          </p:cNvPr>
          <p:cNvSpPr txBox="1"/>
          <p:nvPr/>
        </p:nvSpPr>
        <p:spPr>
          <a:xfrm>
            <a:off x="-94147" y="2457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Untuk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Apa?.doc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C6D17C-A539-FC91-9CB8-66DC926CBE3D}"/>
              </a:ext>
            </a:extLst>
          </p:cNvPr>
          <p:cNvGrpSpPr/>
          <p:nvPr/>
        </p:nvGrpSpPr>
        <p:grpSpPr>
          <a:xfrm>
            <a:off x="-115368" y="1251285"/>
            <a:ext cx="1587582" cy="541760"/>
            <a:chOff x="-115368" y="1251285"/>
            <a:chExt cx="1587582" cy="541760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DAEE189-4C84-A6D0-96D7-4415F491E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6941" y="1251285"/>
              <a:ext cx="502964" cy="365792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AABAC74-DFF7-1532-ECCB-C0F505992F18}"/>
                </a:ext>
              </a:extLst>
            </p:cNvPr>
            <p:cNvSpPr txBox="1"/>
            <p:nvPr/>
          </p:nvSpPr>
          <p:spPr>
            <a:xfrm>
              <a:off x="-115368" y="1562213"/>
              <a:ext cx="15875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Apa itu</a:t>
              </a: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?.txt</a:t>
              </a:r>
              <a:endParaRPr lang="en-ID" sz="12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1702C005-7B80-09D9-D760-820E97AAB6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3009870"/>
            <a:ext cx="502964" cy="36579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C562D29-A7C0-277A-1195-AAF9B83DC80A}"/>
              </a:ext>
            </a:extLst>
          </p:cNvPr>
          <p:cNvSpPr txBox="1"/>
          <p:nvPr/>
        </p:nvSpPr>
        <p:spPr>
          <a:xfrm>
            <a:off x="-94147" y="33207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Mengapa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DE7809AE-019F-79FE-8B4C-B11D7BD9F4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002" y="3924270"/>
            <a:ext cx="502964" cy="3657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7E4D27ED-503D-B63C-2956-ED24ADB40D3E}"/>
              </a:ext>
            </a:extLst>
          </p:cNvPr>
          <p:cNvSpPr txBox="1"/>
          <p:nvPr/>
        </p:nvSpPr>
        <p:spPr>
          <a:xfrm>
            <a:off x="-104307" y="4235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Progres.dll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BD938A30-CD5E-8E43-995F-F4646D8456F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92523" y="3444081"/>
            <a:ext cx="392625" cy="39328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1B7F5955-1F91-317E-FAC9-CD32923912BD}"/>
              </a:ext>
            </a:extLst>
          </p:cNvPr>
          <p:cNvSpPr txBox="1"/>
          <p:nvPr/>
        </p:nvSpPr>
        <p:spPr>
          <a:xfrm>
            <a:off x="10907236" y="3837370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Valorant.exe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4A3F0D21-3D58-FBA9-7E70-86F61EEBF869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458" r="4829"/>
          <a:stretch/>
        </p:blipFill>
        <p:spPr>
          <a:xfrm>
            <a:off x="11286633" y="3742253"/>
            <a:ext cx="103362" cy="1043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7DD96A9-14B3-85CE-1B9B-96BC75FF69F1}"/>
              </a:ext>
            </a:extLst>
          </p:cNvPr>
          <p:cNvGrpSpPr/>
          <p:nvPr/>
        </p:nvGrpSpPr>
        <p:grpSpPr>
          <a:xfrm>
            <a:off x="3654679" y="1330949"/>
            <a:ext cx="4882642" cy="3763166"/>
            <a:chOff x="3373815" y="1330949"/>
            <a:chExt cx="4882642" cy="37631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FD1C134-EAE2-3236-2F4E-1640C926D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373815" y="1330949"/>
              <a:ext cx="4882642" cy="376316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B45030E-B570-7ADF-E225-DF8662C92CBE}"/>
                </a:ext>
              </a:extLst>
            </p:cNvPr>
            <p:cNvSpPr/>
            <p:nvPr/>
          </p:nvSpPr>
          <p:spPr>
            <a:xfrm>
              <a:off x="3477177" y="2064990"/>
              <a:ext cx="3838023" cy="2780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8" name="Picture 7">
            <a:hlinkClick r:id="rId19" action="ppaction://hlinksldjump"/>
            <a:extLst>
              <a:ext uri="{FF2B5EF4-FFF2-40B4-BE49-F238E27FC236}">
                <a16:creationId xmlns:a16="http://schemas.microsoft.com/office/drawing/2014/main" id="{0D508F75-142B-CFD7-A878-7AE3A9CDE48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r="78171"/>
          <a:stretch/>
        </p:blipFill>
        <p:spPr>
          <a:xfrm>
            <a:off x="4021368" y="2232068"/>
            <a:ext cx="446918" cy="502278"/>
          </a:xfrm>
          <a:prstGeom prst="rect">
            <a:avLst/>
          </a:prstGeom>
        </p:spPr>
      </p:pic>
      <p:pic>
        <p:nvPicPr>
          <p:cNvPr id="9" name="Picture 8">
            <a:hlinkClick r:id="rId21" action="ppaction://hlinkfile"/>
            <a:extLst>
              <a:ext uri="{FF2B5EF4-FFF2-40B4-BE49-F238E27FC236}">
                <a16:creationId xmlns:a16="http://schemas.microsoft.com/office/drawing/2014/main" id="{F4CB68E9-EAD9-E300-E42C-36E9098B133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41269" t="1" r="36902" b="-3"/>
          <a:stretch/>
        </p:blipFill>
        <p:spPr>
          <a:xfrm>
            <a:off x="6500055" y="2232068"/>
            <a:ext cx="446918" cy="502278"/>
          </a:xfrm>
          <a:prstGeom prst="rect">
            <a:avLst/>
          </a:prstGeom>
        </p:spPr>
      </p:pic>
      <p:pic>
        <p:nvPicPr>
          <p:cNvPr id="10" name="Picture 9">
            <a:hlinkClick r:id="rId22" action="ppaction://hlinksldjump"/>
            <a:extLst>
              <a:ext uri="{FF2B5EF4-FFF2-40B4-BE49-F238E27FC236}">
                <a16:creationId xmlns:a16="http://schemas.microsoft.com/office/drawing/2014/main" id="{09191B63-9800-9EDC-5F94-57A43AB57DAC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81231"/>
          <a:stretch/>
        </p:blipFill>
        <p:spPr>
          <a:xfrm>
            <a:off x="5307802" y="2232068"/>
            <a:ext cx="384267" cy="5022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A9C34F-1DE0-1DE7-606B-35D24BBC5B64}"/>
              </a:ext>
            </a:extLst>
          </p:cNvPr>
          <p:cNvSpPr txBox="1"/>
          <p:nvPr/>
        </p:nvSpPr>
        <p:spPr>
          <a:xfrm>
            <a:off x="3464157" y="2668431"/>
            <a:ext cx="1693437" cy="25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Interface.doc</a:t>
            </a:r>
            <a:endParaRPr lang="en-ID" sz="6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60F38-621E-7E33-8748-7651932196E8}"/>
              </a:ext>
            </a:extLst>
          </p:cNvPr>
          <p:cNvSpPr txBox="1"/>
          <p:nvPr/>
        </p:nvSpPr>
        <p:spPr>
          <a:xfrm>
            <a:off x="4663432" y="2668431"/>
            <a:ext cx="1693437" cy="25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Fitur.txt</a:t>
            </a:r>
            <a:endParaRPr lang="en-ID" sz="6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C60FA-5401-7E59-6865-506C1E5556C1}"/>
              </a:ext>
            </a:extLst>
          </p:cNvPr>
          <p:cNvSpPr txBox="1"/>
          <p:nvPr/>
        </p:nvSpPr>
        <p:spPr>
          <a:xfrm>
            <a:off x="5902627" y="2668431"/>
            <a:ext cx="1693437" cy="25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Code&lt;/&gt;.</a:t>
            </a:r>
            <a:r>
              <a:rPr lang="en-US" sz="6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cpp</a:t>
            </a:r>
            <a:endParaRPr lang="en-ID" sz="6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274358-1A15-BA6D-A6D6-8FE4DD9EEE76}"/>
              </a:ext>
            </a:extLst>
          </p:cNvPr>
          <p:cNvGrpSpPr/>
          <p:nvPr/>
        </p:nvGrpSpPr>
        <p:grpSpPr>
          <a:xfrm>
            <a:off x="4043023" y="6488177"/>
            <a:ext cx="1888385" cy="298905"/>
            <a:chOff x="1264920" y="4677842"/>
            <a:chExt cx="992320" cy="31848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24A550-0232-5AF7-B2F2-94D426107538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76A2A65-66C7-A3DF-B851-9A3419A5D5BC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99A7E7-F9F7-7928-8911-1A6D2A996E3A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BA95147-F0B0-0399-378E-6F5A836E2B2D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9F90C4A-BAC3-3489-37F4-B77EFF1A3F8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10000" r="90000">
                        <a14:foregroundMark x1="73684" y1="60000" x2="65789" y2="85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9257" y="6547407"/>
            <a:ext cx="289585" cy="15241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55F1F26-B6C1-1D63-2343-9FE83B1BA93F}"/>
              </a:ext>
            </a:extLst>
          </p:cNvPr>
          <p:cNvSpPr txBox="1"/>
          <p:nvPr/>
        </p:nvSpPr>
        <p:spPr>
          <a:xfrm>
            <a:off x="4300065" y="6506046"/>
            <a:ext cx="168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(C;)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6" name="Picture 35">
            <a:hlinkClick r:id="rId25" action="ppaction://hlinksldjump"/>
            <a:extLst>
              <a:ext uri="{FF2B5EF4-FFF2-40B4-BE49-F238E27FC236}">
                <a16:creationId xmlns:a16="http://schemas.microsoft.com/office/drawing/2014/main" id="{D35CF8D4-60D6-8E37-56BF-F41549A2CFA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47807" y="1381068"/>
            <a:ext cx="138239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8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CC609-CC10-E511-E951-18C46738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544C835-C7F7-B42C-D285-106A5A0D7DCA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E05A2E-CF13-C97F-7247-4A37CA7A10FD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FD7B625-0399-A96C-1310-1E65399BDD0A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E08FC61-A99F-8FA6-9C98-E2D5184FB068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98F82B-94D2-3D49-BF31-72F5C3550C87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B9168F-5015-1B64-5D58-2E512E2BB176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F12513D-4DDC-F9B8-D2CA-39845EEF39FC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1C02FFE-E95E-EF7C-82AF-D1855B47640B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97ADB73-EE29-1FED-6B92-47D33FB97764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2604C76-F2F9-8291-91E0-7A594FA70FCD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683746-669C-149A-B055-E9849791CE4C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3AAABD2-9CC4-B337-710E-C5C58B533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3B1CF730-7158-ACD1-3218-2325CC1CBBB9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4D0BF8-B6C7-EFB2-29BC-6F64BD56069E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B29FE77-B5EE-9CD8-FD2C-14C4D7E95AA9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BD462EA-2286-0F91-0728-CE42DB7E0023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C48C46A-43F0-7423-836E-8CD40ACF3A90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321D9D97-2A87-802D-FF38-24CA80B1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3557C68-576D-9BBB-9925-1E7C98148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9E40691-32FC-D761-69A5-C8445726A3A1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5B75DC7-0705-5EBA-8437-E99AC4BE0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FD3846C-C652-D8C0-BAD8-799E730F8FF0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B2F34C7-DDDB-A78F-71FD-DBE6375F7D20}"/>
              </a:ext>
            </a:extLst>
          </p:cNvPr>
          <p:cNvGrpSpPr/>
          <p:nvPr/>
        </p:nvGrpSpPr>
        <p:grpSpPr>
          <a:xfrm>
            <a:off x="4043023" y="6488177"/>
            <a:ext cx="1888385" cy="298905"/>
            <a:chOff x="1264920" y="4677842"/>
            <a:chExt cx="992320" cy="3184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5FC522-CFA2-83F6-F23F-5B02DE32E555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6AEAB13-3749-5C97-1B9B-DBF57AEBA6DE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23AE691-7A17-5FF8-61D0-B53DEB564515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BFDD8A7-B8CF-6EB4-5F91-7B369CC2525A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1D7F1A9-6034-4996-EDF0-26E57AEDC17E}"/>
              </a:ext>
            </a:extLst>
          </p:cNvPr>
          <p:cNvSpPr txBox="1"/>
          <p:nvPr/>
        </p:nvSpPr>
        <p:spPr>
          <a:xfrm>
            <a:off x="4300065" y="6506046"/>
            <a:ext cx="168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(C;)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EC0486-857C-A0C6-2833-40738D6187D7}"/>
              </a:ext>
            </a:extLst>
          </p:cNvPr>
          <p:cNvGrpSpPr/>
          <p:nvPr/>
        </p:nvGrpSpPr>
        <p:grpSpPr>
          <a:xfrm>
            <a:off x="5988739" y="6488177"/>
            <a:ext cx="1888385" cy="298905"/>
            <a:chOff x="1264920" y="4677842"/>
            <a:chExt cx="992320" cy="31848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BB3A9B-0E88-23DA-94E0-70CF10323045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C013805-9C3E-EF52-048A-94689E71AD3A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ED0A79-943C-D3B3-1DC1-1A9DEE292E2F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0BFC551-7D86-E391-9721-007C34646EE2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2318E35-7586-A525-C45C-1E1988A723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556" b="93651" l="6509" r="98521">
                        <a14:foregroundMark x1="11538" y1="10714" x2="24556" y2="12302"/>
                        <a14:foregroundMark x1="51479" y1="9524" x2="57692" y2="9524"/>
                        <a14:foregroundMark x1="81953" y1="10714" x2="76331" y2="10714"/>
                        <a14:foregroundMark x1="92899" y1="13095" x2="83432" y2="10714"/>
                        <a14:foregroundMark x1="13609" y1="91270" x2="21006" y2="92460"/>
                        <a14:foregroundMark x1="54142" y1="7540" x2="56509" y2="7540"/>
                        <a14:foregroundMark x1="6509" y1="11111" x2="10947" y2="8333"/>
                        <a14:foregroundMark x1="48225" y1="93254" x2="56509" y2="93651"/>
                        <a14:foregroundMark x1="17456" y1="93254" x2="23077" y2="93651"/>
                        <a14:foregroundMark x1="74852" y1="5952" x2="94970" y2="6349"/>
                        <a14:foregroundMark x1="97041" y1="6349" x2="98521" y2="134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9298" y="6559744"/>
            <a:ext cx="242699" cy="18094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ABE4AB5-D23D-A052-3360-76FE7C5000EF}"/>
              </a:ext>
            </a:extLst>
          </p:cNvPr>
          <p:cNvSpPr txBox="1"/>
          <p:nvPr/>
        </p:nvSpPr>
        <p:spPr>
          <a:xfrm>
            <a:off x="6269690" y="6519551"/>
            <a:ext cx="168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Microsoft Word – Doc</a:t>
            </a:r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...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FC4D217-5905-73C8-C4D5-562B9166C1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73684" y1="60000" x2="65789" y2="85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9257" y="6547407"/>
            <a:ext cx="289585" cy="152413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292D1536-9BCE-763E-0496-E6E44B135FD5}"/>
              </a:ext>
            </a:extLst>
          </p:cNvPr>
          <p:cNvGrpSpPr/>
          <p:nvPr/>
        </p:nvGrpSpPr>
        <p:grpSpPr>
          <a:xfrm>
            <a:off x="0" y="-22352"/>
            <a:ext cx="12192000" cy="6443697"/>
            <a:chOff x="0" y="-22352"/>
            <a:chExt cx="12192000" cy="64436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588F6CC-8F80-A864-9ADC-0CBDC71D67E7}"/>
                </a:ext>
              </a:extLst>
            </p:cNvPr>
            <p:cNvGrpSpPr/>
            <p:nvPr/>
          </p:nvGrpSpPr>
          <p:grpSpPr>
            <a:xfrm>
              <a:off x="0" y="0"/>
              <a:ext cx="12192000" cy="6421345"/>
              <a:chOff x="2429319" y="691717"/>
              <a:chExt cx="7333362" cy="525816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EF110AC-C1E4-E83E-188C-14A208F1E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9319" y="691717"/>
                <a:ext cx="7333362" cy="5258161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A65C76-085E-5681-5CDD-E362DD030E5B}"/>
                  </a:ext>
                </a:extLst>
              </p:cNvPr>
              <p:cNvSpPr/>
              <p:nvPr/>
            </p:nvSpPr>
            <p:spPr>
              <a:xfrm>
                <a:off x="2554584" y="1899920"/>
                <a:ext cx="5837576" cy="30272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pic>
          <p:nvPicPr>
            <p:cNvPr id="26" name="Picture 25">
              <a:hlinkClick r:id="rId15" action="ppaction://hlinksldjump"/>
              <a:extLst>
                <a:ext uri="{FF2B5EF4-FFF2-40B4-BE49-F238E27FC236}">
                  <a16:creationId xmlns:a16="http://schemas.microsoft.com/office/drawing/2014/main" id="{747F4311-B858-19D2-A319-5DBEDEFEC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922887" y="25401"/>
              <a:ext cx="216000" cy="122322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06034B-D007-7F7F-A46E-7CC4DCEE1D28}"/>
                </a:ext>
              </a:extLst>
            </p:cNvPr>
            <p:cNvSpPr/>
            <p:nvPr/>
          </p:nvSpPr>
          <p:spPr>
            <a:xfrm>
              <a:off x="1767840" y="20320"/>
              <a:ext cx="1087120" cy="1477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91591FD-931C-925C-0E0F-D05816C11D72}"/>
                </a:ext>
              </a:extLst>
            </p:cNvPr>
            <p:cNvSpPr/>
            <p:nvPr/>
          </p:nvSpPr>
          <p:spPr>
            <a:xfrm>
              <a:off x="247847" y="20320"/>
              <a:ext cx="1466880" cy="1477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16FE9C-5348-0958-6BFA-EBE4B4B78343}"/>
                </a:ext>
              </a:extLst>
            </p:cNvPr>
            <p:cNvSpPr txBox="1"/>
            <p:nvPr/>
          </p:nvSpPr>
          <p:spPr>
            <a:xfrm>
              <a:off x="247847" y="-22352"/>
              <a:ext cx="32424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ln w="19050">
                    <a:noFill/>
                  </a:ln>
                  <a:solidFill>
                    <a:srgbClr val="EAEAEA"/>
                  </a:solidFill>
                  <a:latin typeface="Britannic Bold" panose="020B0903060703020204" pitchFamily="34" charset="0"/>
                  <a:cs typeface="Arial" panose="020B0604020202020204" pitchFamily="34" charset="0"/>
                </a:rPr>
                <a:t>Microsoft Word – Foto </a:t>
              </a:r>
              <a:r>
                <a:rPr lang="en-US" sz="1000" i="1" dirty="0" err="1">
                  <a:ln w="19050">
                    <a:noFill/>
                  </a:ln>
                  <a:solidFill>
                    <a:srgbClr val="EAEAEA"/>
                  </a:solidFill>
                  <a:latin typeface="Britannic Bold" panose="020B0903060703020204" pitchFamily="34" charset="0"/>
                  <a:cs typeface="Arial" panose="020B0604020202020204" pitchFamily="34" charset="0"/>
                </a:rPr>
                <a:t>saat</a:t>
              </a:r>
              <a:r>
                <a:rPr lang="en-US" sz="1000" i="1" dirty="0">
                  <a:ln w="19050">
                    <a:noFill/>
                  </a:ln>
                  <a:solidFill>
                    <a:srgbClr val="EAEAEA"/>
                  </a:solidFill>
                  <a:latin typeface="Britannic Bold" panose="020B0903060703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i="1" dirty="0" err="1">
                  <a:ln w="19050">
                    <a:noFill/>
                  </a:ln>
                  <a:solidFill>
                    <a:srgbClr val="EAEAEA"/>
                  </a:solidFill>
                  <a:latin typeface="Britannic Bold" panose="020B0903060703020204" pitchFamily="34" charset="0"/>
                  <a:cs typeface="Arial" panose="020B0604020202020204" pitchFamily="34" charset="0"/>
                </a:rPr>
                <a:t>bersamanya</a:t>
              </a:r>
              <a:r>
                <a:rPr lang="en-US" sz="1000" i="1" dirty="0">
                  <a:ln w="19050">
                    <a:noFill/>
                  </a:ln>
                  <a:solidFill>
                    <a:srgbClr val="EAEAEA"/>
                  </a:solidFill>
                  <a:latin typeface="Britannic Bold" panose="020B0903060703020204" pitchFamily="34" charset="0"/>
                  <a:cs typeface="Arial" panose="020B0604020202020204" pitchFamily="34" charset="0"/>
                </a:rPr>
                <a:t>(copy)</a:t>
              </a:r>
            </a:p>
            <a:p>
              <a:endParaRPr lang="en-ID" sz="1000" i="1" dirty="0">
                <a:solidFill>
                  <a:srgbClr val="EAEAEA"/>
                </a:solidFill>
                <a:latin typeface="Britannic Bold" panose="020B0903060703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8" name="Picture 37">
              <a:hlinkClick r:id="rId17" action="ppaction://hlinksldjump"/>
              <a:extLst>
                <a:ext uri="{FF2B5EF4-FFF2-40B4-BE49-F238E27FC236}">
                  <a16:creationId xmlns:a16="http://schemas.microsoft.com/office/drawing/2014/main" id="{22BE59D9-E3DB-88B2-5D4B-843C22A41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940344" y="8070"/>
              <a:ext cx="197648" cy="154414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98BEADF-4C72-A59B-684D-719A83547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1900" b="-1"/>
            <a:stretch/>
          </p:blipFill>
          <p:spPr>
            <a:xfrm>
              <a:off x="372118" y="1518127"/>
              <a:ext cx="3309905" cy="2243644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C158F2F-1135-5D19-38FD-D59FE0088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b="6708"/>
            <a:stretch/>
          </p:blipFill>
          <p:spPr>
            <a:xfrm>
              <a:off x="3869974" y="1518127"/>
              <a:ext cx="3546871" cy="2243645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20411E6-4B4D-8B72-AC51-503B49AAF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611994" y="1577922"/>
              <a:ext cx="3812852" cy="2124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8978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0D9A4-5A32-EF9A-3AAA-F2E90A3F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415FAE5-D7F5-9E08-EAB6-FFE029814207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A7EE12-7BB3-05A5-BD96-404A2F55213D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8DF170C-B232-E7B0-F428-4A96A4DC302D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A9671E7-3118-699D-C53B-F3B746B238AF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2AD16D-1109-59E7-26BB-F3AAFE1A7BC1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053D8AD-4A87-0223-506C-2B48F43112D0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85D8C9D-B432-2BB3-827D-8C14B926EE71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16772A-1796-8955-047C-48CFDD96DA87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021E98-272E-4E29-CB63-85860E7BE5D3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5D4D0AA-891F-A6BF-690F-894F1FABA6AA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97E401-4861-E001-B5D1-D2108B89FE12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7F67C8F-D418-D92B-988B-FEB092FCA8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11" t="4601" r="9094" b="8050"/>
          <a:stretch/>
        </p:blipFill>
        <p:spPr>
          <a:xfrm>
            <a:off x="11178663" y="5713894"/>
            <a:ext cx="662940" cy="579120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95F2E23-54E7-83CF-0FE0-96E4F6D67E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6004ACBB-F0C4-4323-432D-89D164A60A6F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3EF8C2-A746-C95B-116C-B3BAA6BA50C0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CAE66AD-4ACF-5151-3455-D1E1AFE91978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3499517-8A0B-AAC3-D3FC-D12CC8D67A90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F955994-FA12-9B60-9F7D-5BE6B97746D3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EB72DF44-3936-1A29-7A0C-8009552C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BB76C84-3AB7-C48E-FB97-EC719101A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5C7EF0BD-F655-2F5A-04C5-CDD7E2D60E65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46D7697-9DE8-F261-02F2-F82651382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F48CC8D-AD27-B50C-CEF5-FD7287BB16B2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AA70497D-61C2-8F26-AE47-079197AF5B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288" y="184285"/>
            <a:ext cx="632712" cy="61270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B47B504-8127-7ED0-6086-832906F22D7B}"/>
              </a:ext>
            </a:extLst>
          </p:cNvPr>
          <p:cNvSpPr txBox="1"/>
          <p:nvPr/>
        </p:nvSpPr>
        <p:spPr>
          <a:xfrm>
            <a:off x="-29183" y="754559"/>
            <a:ext cx="138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My Computer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9DE0DF16-69A9-687C-8A2E-F706DCBA1A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2438" y="4156129"/>
            <a:ext cx="548688" cy="6325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61B304B5-008F-BBFE-2701-892023E224C9}"/>
              </a:ext>
            </a:extLst>
          </p:cNvPr>
          <p:cNvSpPr txBox="1"/>
          <p:nvPr/>
        </p:nvSpPr>
        <p:spPr>
          <a:xfrm>
            <a:off x="10923526" y="4696378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Recycle Bin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FD964F1-1294-FB9F-B2BA-FB0F4BD787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2146270"/>
            <a:ext cx="502964" cy="36579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8D4462F3-3B75-17D7-F819-6E9527FE590E}"/>
              </a:ext>
            </a:extLst>
          </p:cNvPr>
          <p:cNvSpPr txBox="1"/>
          <p:nvPr/>
        </p:nvSpPr>
        <p:spPr>
          <a:xfrm>
            <a:off x="-94147" y="2457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Untuk Apa</a:t>
            </a:r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E978C9-0286-D011-E6D9-7E3ABAEFE25C}"/>
              </a:ext>
            </a:extLst>
          </p:cNvPr>
          <p:cNvGrpSpPr/>
          <p:nvPr/>
        </p:nvGrpSpPr>
        <p:grpSpPr>
          <a:xfrm>
            <a:off x="-115368" y="1251285"/>
            <a:ext cx="1587582" cy="541760"/>
            <a:chOff x="-115368" y="1251285"/>
            <a:chExt cx="1587582" cy="541760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8D68A531-7A56-62ED-DFCF-A315FEE94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6941" y="1251285"/>
              <a:ext cx="502964" cy="365792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94E6C80-35D9-A426-3F8D-F060D5FEACE6}"/>
                </a:ext>
              </a:extLst>
            </p:cNvPr>
            <p:cNvSpPr txBox="1"/>
            <p:nvPr/>
          </p:nvSpPr>
          <p:spPr>
            <a:xfrm>
              <a:off x="-115368" y="1562213"/>
              <a:ext cx="15875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Apa itu</a:t>
              </a: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?.txt</a:t>
              </a:r>
              <a:endParaRPr lang="en-ID" sz="12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031D01A2-3CE0-8CAB-73C7-7528657C35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3009870"/>
            <a:ext cx="502964" cy="36579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7A0A3707-AC62-9D9F-C738-8AAD0DBB5BF1}"/>
              </a:ext>
            </a:extLst>
          </p:cNvPr>
          <p:cNvSpPr txBox="1"/>
          <p:nvPr/>
        </p:nvSpPr>
        <p:spPr>
          <a:xfrm>
            <a:off x="-94147" y="33207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Mengapa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52B870A9-DF75-ED7B-99AC-8AA335A067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002" y="3924270"/>
            <a:ext cx="502964" cy="3657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CC1BBEA-3719-70C1-838D-E1D6B5FCB217}"/>
              </a:ext>
            </a:extLst>
          </p:cNvPr>
          <p:cNvSpPr txBox="1"/>
          <p:nvPr/>
        </p:nvSpPr>
        <p:spPr>
          <a:xfrm>
            <a:off x="-104307" y="4235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Progres.dll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FBD48B16-78BB-5138-230D-C943645F11E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92523" y="3444081"/>
            <a:ext cx="392625" cy="39328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98155762-2DB1-D532-04C6-E2705940B566}"/>
              </a:ext>
            </a:extLst>
          </p:cNvPr>
          <p:cNvSpPr txBox="1"/>
          <p:nvPr/>
        </p:nvSpPr>
        <p:spPr>
          <a:xfrm>
            <a:off x="10907236" y="3837370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Valorant.exe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279BA18B-3539-51E0-F30F-E030121369B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458" r="4829"/>
          <a:stretch/>
        </p:blipFill>
        <p:spPr>
          <a:xfrm>
            <a:off x="11286633" y="3742253"/>
            <a:ext cx="103362" cy="10431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EC78E5C-979D-9403-DA6D-6361E90E058C}"/>
              </a:ext>
            </a:extLst>
          </p:cNvPr>
          <p:cNvGrpSpPr/>
          <p:nvPr/>
        </p:nvGrpSpPr>
        <p:grpSpPr>
          <a:xfrm>
            <a:off x="3835056" y="933212"/>
            <a:ext cx="5073164" cy="3763166"/>
            <a:chOff x="3464157" y="1330949"/>
            <a:chExt cx="5073164" cy="376316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8AF971-3EB0-ACF2-AADC-3A482F409474}"/>
                </a:ext>
              </a:extLst>
            </p:cNvPr>
            <p:cNvGrpSpPr/>
            <p:nvPr/>
          </p:nvGrpSpPr>
          <p:grpSpPr>
            <a:xfrm>
              <a:off x="3654679" y="1330949"/>
              <a:ext cx="4882642" cy="3763166"/>
              <a:chOff x="3373815" y="1330949"/>
              <a:chExt cx="4882642" cy="376316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41ECC63-BA80-3E35-87E2-619AD06EE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73815" y="1330949"/>
                <a:ext cx="4882642" cy="3763166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BD188D-F292-6963-69DD-C27A0E1BA11A}"/>
                  </a:ext>
                </a:extLst>
              </p:cNvPr>
              <p:cNvSpPr/>
              <p:nvPr/>
            </p:nvSpPr>
            <p:spPr>
              <a:xfrm>
                <a:off x="3477177" y="2064990"/>
                <a:ext cx="3838023" cy="27809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E689D7-31B2-951F-53BE-249DED6AB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r="78171"/>
            <a:stretch/>
          </p:blipFill>
          <p:spPr>
            <a:xfrm>
              <a:off x="3916439" y="2232069"/>
              <a:ext cx="362758" cy="36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3FC6782-9469-28EF-66AC-24290474F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41269" t="1" r="36902" b="-3"/>
            <a:stretch/>
          </p:blipFill>
          <p:spPr>
            <a:xfrm>
              <a:off x="5928360" y="2232069"/>
              <a:ext cx="362758" cy="360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B418B9D-8EBB-A42C-4D1A-7E9990B9B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81231"/>
            <a:stretch/>
          </p:blipFill>
          <p:spPr>
            <a:xfrm>
              <a:off x="4960622" y="2232069"/>
              <a:ext cx="311905" cy="36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429B51-FA94-73AF-6597-1C56383B4533}"/>
                </a:ext>
              </a:extLst>
            </p:cNvPr>
            <p:cNvSpPr txBox="1"/>
            <p:nvPr/>
          </p:nvSpPr>
          <p:spPr>
            <a:xfrm>
              <a:off x="3464157" y="2544825"/>
              <a:ext cx="137454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Interface.doc</a:t>
              </a:r>
              <a:endParaRPr lang="en-ID" sz="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35FC81-CE8F-4B04-849A-2A52953F989B}"/>
                </a:ext>
              </a:extLst>
            </p:cNvPr>
            <p:cNvSpPr txBox="1"/>
            <p:nvPr/>
          </p:nvSpPr>
          <p:spPr>
            <a:xfrm>
              <a:off x="4437595" y="2544825"/>
              <a:ext cx="137454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Fungsi.txt</a:t>
              </a:r>
              <a:endParaRPr lang="en-ID" sz="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B4A0CE-6914-24C7-8383-13B15CEBAE45}"/>
                </a:ext>
              </a:extLst>
            </p:cNvPr>
            <p:cNvSpPr txBox="1"/>
            <p:nvPr/>
          </p:nvSpPr>
          <p:spPr>
            <a:xfrm>
              <a:off x="5443435" y="2544825"/>
              <a:ext cx="137454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Code&lt;/&gt;.</a:t>
              </a:r>
              <a:r>
                <a:rPr lang="en-US" sz="600" dirty="0" err="1"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cpp</a:t>
              </a:r>
              <a:endParaRPr lang="en-ID" sz="6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F61D53-D2BB-9788-5410-673F51B1108D}"/>
              </a:ext>
            </a:extLst>
          </p:cNvPr>
          <p:cNvGrpSpPr/>
          <p:nvPr/>
        </p:nvGrpSpPr>
        <p:grpSpPr>
          <a:xfrm>
            <a:off x="4043023" y="6488177"/>
            <a:ext cx="1888385" cy="298905"/>
            <a:chOff x="1264920" y="4677842"/>
            <a:chExt cx="992320" cy="31848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45B1F5-3948-CA6C-B6B8-953480975533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F239E27-503C-A0ED-4A9F-C466371BAE1F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7937C4D-8CAE-ACEC-3A4C-D6CD83C6DE0F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834A8D8-26EC-BD34-B551-2270F8E4F9FB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A159DF3-CCDC-E99A-A3D6-9FE28CEEECB8}"/>
              </a:ext>
            </a:extLst>
          </p:cNvPr>
          <p:cNvSpPr txBox="1"/>
          <p:nvPr/>
        </p:nvSpPr>
        <p:spPr>
          <a:xfrm>
            <a:off x="4300065" y="6506046"/>
            <a:ext cx="1688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(C;)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16832E9-2084-C52F-DB60-FD0E8815B0D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>
                        <a14:foregroundMark x1="73684" y1="60000" x2="65789" y2="85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9257" y="6547407"/>
            <a:ext cx="289585" cy="152413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4801A0DC-F56F-A645-25D1-A33567166B90}"/>
              </a:ext>
            </a:extLst>
          </p:cNvPr>
          <p:cNvGrpSpPr/>
          <p:nvPr/>
        </p:nvGrpSpPr>
        <p:grpSpPr>
          <a:xfrm>
            <a:off x="5993743" y="6488177"/>
            <a:ext cx="1565297" cy="298905"/>
            <a:chOff x="1264920" y="4677842"/>
            <a:chExt cx="992320" cy="31848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830C15-30D8-A473-CE1A-4E4FA1D1C95F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B6DC821-E6C8-AF19-95FD-D57D9B821F10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FEFB40C-8690-E6B9-B260-78B57271A0A9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0C6744B-5F48-6023-1AF8-FFB0D0A69E49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05ED32F5-4E69-374D-E2A4-78F30797F4D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45889" y="6515010"/>
            <a:ext cx="236240" cy="2362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6FA8128-86EC-5370-E2B7-024003BE9A10}"/>
              </a:ext>
            </a:extLst>
          </p:cNvPr>
          <p:cNvSpPr txBox="1"/>
          <p:nvPr/>
        </p:nvSpPr>
        <p:spPr>
          <a:xfrm>
            <a:off x="6250785" y="6506046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Notepad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030B9AE-0D45-D3DF-8105-5C801F93182B}"/>
              </a:ext>
            </a:extLst>
          </p:cNvPr>
          <p:cNvGrpSpPr/>
          <p:nvPr/>
        </p:nvGrpSpPr>
        <p:grpSpPr>
          <a:xfrm>
            <a:off x="2659082" y="1348559"/>
            <a:ext cx="6873836" cy="4160881"/>
            <a:chOff x="2659082" y="1348559"/>
            <a:chExt cx="6873836" cy="416088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1A7544E-D243-6584-0F3B-8C1E53B09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659082" y="1348559"/>
              <a:ext cx="6873836" cy="4160881"/>
            </a:xfrm>
            <a:prstGeom prst="rect">
              <a:avLst/>
            </a:prstGeom>
          </p:spPr>
        </p:pic>
        <p:pic>
          <p:nvPicPr>
            <p:cNvPr id="4" name="Picture 3">
              <a:hlinkClick r:id="rId25" action="ppaction://hlinksldjump"/>
              <a:extLst>
                <a:ext uri="{FF2B5EF4-FFF2-40B4-BE49-F238E27FC236}">
                  <a16:creationId xmlns:a16="http://schemas.microsoft.com/office/drawing/2014/main" id="{B7DFF4D9-1A14-7F2A-1ABA-54CC2C184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9347199" y="1414774"/>
              <a:ext cx="144000" cy="11733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45A96E-89A6-AEA8-D2A1-69D09BFE4FDA}"/>
                </a:ext>
              </a:extLst>
            </p:cNvPr>
            <p:cNvSpPr txBox="1"/>
            <p:nvPr/>
          </p:nvSpPr>
          <p:spPr>
            <a:xfrm>
              <a:off x="3018504" y="1774018"/>
              <a:ext cx="6154992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sz="1600" dirty="0">
                  <a:latin typeface="Britannic Bold" panose="020B0903060703020204" pitchFamily="34" charset="0"/>
                </a:rPr>
                <a:t>FITUR</a:t>
              </a:r>
            </a:p>
            <a:p>
              <a:pPr algn="ctr"/>
              <a:r>
                <a:rPr lang="en" sz="1600" dirty="0">
                  <a:latin typeface="Britannic Bold" panose="020B0903060703020204" pitchFamily="34" charset="0"/>
                </a:rPr>
                <a:t>SYSTEM MANAGEMENT DATA LIBRARY</a:t>
              </a:r>
              <a:br>
                <a:rPr lang="en" dirty="0"/>
              </a:br>
              <a:endParaRPr lang="en-ID" dirty="0"/>
            </a:p>
          </p:txBody>
        </p:sp>
        <p:sp>
          <p:nvSpPr>
            <p:cNvPr id="44" name="Google Shape;796;p42">
              <a:extLst>
                <a:ext uri="{FF2B5EF4-FFF2-40B4-BE49-F238E27FC236}">
                  <a16:creationId xmlns:a16="http://schemas.microsoft.com/office/drawing/2014/main" id="{5D272DD7-2DEE-7DBD-D61B-24B1DB97039A}"/>
                </a:ext>
              </a:extLst>
            </p:cNvPr>
            <p:cNvSpPr txBox="1">
              <a:spLocks/>
            </p:cNvSpPr>
            <p:nvPr/>
          </p:nvSpPr>
          <p:spPr>
            <a:xfrm>
              <a:off x="2884043" y="2572614"/>
              <a:ext cx="4091690" cy="2675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Karla"/>
                <a:buNone/>
                <a:defRPr sz="2000" b="0" i="0" u="none" strike="noStrike" cap="none">
                  <a:solidFill>
                    <a:schemeClr val="accen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9pPr>
            </a:lstStyle>
            <a:p>
              <a:pPr marL="152400" indent="0" algn="just">
                <a:buSzPts val="1200"/>
              </a:pPr>
              <a:r>
                <a:rPr lang="en-US" sz="1600" b="1" dirty="0">
                  <a:solidFill>
                    <a:schemeClr val="tx1"/>
                  </a:solidFill>
                  <a:latin typeface="Karla" pitchFamily="2" charset="0"/>
                </a:rPr>
                <a:t>FITUR UTAMA</a:t>
              </a:r>
            </a:p>
            <a:p>
              <a:pPr marL="438150" indent="-285750">
                <a:buSzPts val="1200"/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Tambah</a:t>
              </a: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 Data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Buku</a:t>
              </a:r>
              <a:endParaRPr lang="en-US" sz="1600" dirty="0">
                <a:solidFill>
                  <a:schemeClr val="tx1"/>
                </a:solidFill>
                <a:latin typeface="Karla" pitchFamily="2" charset="0"/>
              </a:endParaRP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Hapus Data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Buku</a:t>
              </a:r>
              <a:endParaRPr lang="en-US" sz="1600" dirty="0">
                <a:solidFill>
                  <a:schemeClr val="tx1"/>
                </a:solidFill>
                <a:latin typeface="Karla" pitchFamily="2" charset="0"/>
              </a:endParaRP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Edit Data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Buku</a:t>
              </a:r>
              <a:endParaRPr lang="en-US" sz="1600" dirty="0">
                <a:solidFill>
                  <a:schemeClr val="tx1"/>
                </a:solidFill>
                <a:latin typeface="Karla" pitchFamily="2" charset="0"/>
              </a:endParaRP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sorting data</a:t>
              </a: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Tampilkan</a:t>
              </a: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 Data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Buku</a:t>
              </a:r>
              <a:endParaRPr lang="en-US" sz="1600" dirty="0">
                <a:solidFill>
                  <a:schemeClr val="tx1"/>
                </a:solidFill>
                <a:latin typeface="Karla" pitchFamily="2" charset="0"/>
              </a:endParaRP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Cari Data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Buku</a:t>
              </a:r>
              <a:endParaRPr lang="en-US" sz="1600" dirty="0">
                <a:solidFill>
                  <a:schemeClr val="tx1"/>
                </a:solidFill>
                <a:latin typeface="Karla" pitchFamily="2" charset="0"/>
              </a:endParaRP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Export Data Ke excel</a:t>
              </a:r>
            </a:p>
            <a:p>
              <a:pPr marL="438150" indent="-285750">
                <a:buSzPts val="1200"/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-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Buat</a:t>
              </a:r>
              <a:r>
                <a:rPr lang="en-US" sz="1600" dirty="0">
                  <a:solidFill>
                    <a:schemeClr val="tx1"/>
                  </a:solidFill>
                  <a:latin typeface="Karla" pitchFamily="2" charset="0"/>
                </a:rPr>
                <a:t> Database </a:t>
              </a:r>
              <a:r>
                <a:rPr lang="en-US" sz="1600" dirty="0" err="1">
                  <a:solidFill>
                    <a:schemeClr val="tx1"/>
                  </a:solidFill>
                  <a:latin typeface="Karla" pitchFamily="2" charset="0"/>
                </a:rPr>
                <a:t>Sql</a:t>
              </a:r>
              <a:endParaRPr lang="en-US" sz="1600" dirty="0">
                <a:solidFill>
                  <a:schemeClr val="tx1"/>
                </a:solidFill>
                <a:latin typeface="Karla" pitchFamily="2" charset="0"/>
              </a:endParaRPr>
            </a:p>
          </p:txBody>
        </p:sp>
      </p:grpSp>
      <p:sp>
        <p:nvSpPr>
          <p:cNvPr id="45" name="Google Shape;796;p42">
            <a:extLst>
              <a:ext uri="{FF2B5EF4-FFF2-40B4-BE49-F238E27FC236}">
                <a16:creationId xmlns:a16="http://schemas.microsoft.com/office/drawing/2014/main" id="{8D3E1B24-196C-AAA1-50F0-2A12F019B991}"/>
              </a:ext>
            </a:extLst>
          </p:cNvPr>
          <p:cNvSpPr txBox="1">
            <a:spLocks/>
          </p:cNvSpPr>
          <p:nvPr/>
        </p:nvSpPr>
        <p:spPr>
          <a:xfrm>
            <a:off x="6541843" y="2572614"/>
            <a:ext cx="4091690" cy="2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None/>
              <a:defRPr sz="2000" b="0" i="0" u="none" strike="noStrike" cap="none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pPr marL="152400" indent="0" algn="just">
              <a:buSzPts val="1200"/>
            </a:pPr>
            <a:r>
              <a:rPr lang="en-US" sz="1600" b="1" dirty="0">
                <a:solidFill>
                  <a:schemeClr val="tx1"/>
                </a:solidFill>
                <a:latin typeface="Karla" pitchFamily="2" charset="0"/>
              </a:rPr>
              <a:t>FITUR PENDUKUNG</a:t>
            </a:r>
          </a:p>
          <a:p>
            <a:pPr marL="438150" indent="-285750">
              <a:buSzPts val="1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- </a:t>
            </a:r>
            <a:r>
              <a:rPr lang="en-US" sz="1600" dirty="0" err="1">
                <a:solidFill>
                  <a:schemeClr val="tx1"/>
                </a:solidFill>
                <a:latin typeface="Karla" pitchFamily="2" charset="0"/>
              </a:rPr>
              <a:t>Simpan</a:t>
            </a: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 Data</a:t>
            </a:r>
          </a:p>
          <a:p>
            <a:pPr marL="438150" indent="-285750">
              <a:buSzPts val="1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- Ambil Data</a:t>
            </a:r>
          </a:p>
          <a:p>
            <a:pPr marL="438150" indent="-285750">
              <a:buSzPts val="1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- </a:t>
            </a:r>
            <a:r>
              <a:rPr lang="en-US" sz="1600" dirty="0" err="1">
                <a:solidFill>
                  <a:schemeClr val="tx1"/>
                </a:solidFill>
                <a:latin typeface="Karla" pitchFamily="2" charset="0"/>
              </a:rPr>
              <a:t>Inisialisai</a:t>
            </a: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 User</a:t>
            </a:r>
          </a:p>
          <a:p>
            <a:pPr marL="438150" indent="-285750">
              <a:buSzPts val="12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- </a:t>
            </a:r>
            <a:r>
              <a:rPr lang="en-US" sz="1600" dirty="0" err="1">
                <a:solidFill>
                  <a:schemeClr val="tx1"/>
                </a:solidFill>
                <a:latin typeface="Karla" pitchFamily="2" charset="0"/>
              </a:rPr>
              <a:t>Autentikasi</a:t>
            </a:r>
            <a:r>
              <a:rPr lang="en-US" sz="1600" dirty="0">
                <a:solidFill>
                  <a:schemeClr val="tx1"/>
                </a:solidFill>
                <a:latin typeface="Karla" pitchFamily="2" charset="0"/>
              </a:rPr>
              <a:t> User</a:t>
            </a:r>
          </a:p>
        </p:txBody>
      </p:sp>
    </p:spTree>
    <p:extLst>
      <p:ext uri="{BB962C8B-B14F-4D97-AF65-F5344CB8AC3E}">
        <p14:creationId xmlns:p14="http://schemas.microsoft.com/office/powerpoint/2010/main" val="1872860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50CAE-C525-F6D9-827D-BA3D78A8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BE543F6-DEDF-5EB1-61A5-1FEAC6480A7D}"/>
              </a:ext>
            </a:extLst>
          </p:cNvPr>
          <p:cNvGrpSpPr/>
          <p:nvPr/>
        </p:nvGrpSpPr>
        <p:grpSpPr>
          <a:xfrm>
            <a:off x="223520" y="6482081"/>
            <a:ext cx="1188000" cy="294640"/>
            <a:chOff x="1264920" y="4677842"/>
            <a:chExt cx="992320" cy="318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499AC18-78C2-A136-2A3D-B90F50A3215F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FA65A5E-5608-F622-B6B6-0F4BDF2D9BEF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827C1-16ED-80EB-828A-7B938B63BD1D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43DBE9-4380-31FB-04F6-E47584E5C99A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4B4294E-E188-7620-70F6-C8F0BA613C1E}"/>
              </a:ext>
            </a:extLst>
          </p:cNvPr>
          <p:cNvGrpSpPr/>
          <p:nvPr/>
        </p:nvGrpSpPr>
        <p:grpSpPr>
          <a:xfrm>
            <a:off x="1601974" y="6490480"/>
            <a:ext cx="2268000" cy="297816"/>
            <a:chOff x="1604933" y="6478905"/>
            <a:chExt cx="2702209" cy="2978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B144DF-E400-3893-92B1-935B181D655C}"/>
                </a:ext>
              </a:extLst>
            </p:cNvPr>
            <p:cNvSpPr/>
            <p:nvPr/>
          </p:nvSpPr>
          <p:spPr>
            <a:xfrm rot="10800000">
              <a:off x="1623864" y="6492273"/>
              <a:ext cx="2683278" cy="284448"/>
            </a:xfrm>
            <a:prstGeom prst="rect">
              <a:avLst/>
            </a:prstGeom>
            <a:solidFill>
              <a:srgbClr val="E1E1E1"/>
            </a:solidFill>
            <a:ln w="28575">
              <a:solidFill>
                <a:srgbClr val="E1E1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9204C49-6BD6-B163-EAC8-26268749627C}"/>
                </a:ext>
              </a:extLst>
            </p:cNvPr>
            <p:cNvSpPr/>
            <p:nvPr/>
          </p:nvSpPr>
          <p:spPr>
            <a:xfrm rot="10800000">
              <a:off x="1604933" y="6478905"/>
              <a:ext cx="2683278" cy="266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83361A-426D-838E-43F2-A64A14D71E5E}"/>
                </a:ext>
              </a:extLst>
            </p:cNvPr>
            <p:cNvSpPr/>
            <p:nvPr/>
          </p:nvSpPr>
          <p:spPr>
            <a:xfrm rot="10800000">
              <a:off x="1635687" y="6508280"/>
              <a:ext cx="2652526" cy="2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E187327-2413-143D-D0F1-B91ECE0CF31D}"/>
              </a:ext>
            </a:extLst>
          </p:cNvPr>
          <p:cNvSpPr txBox="1"/>
          <p:nvPr/>
        </p:nvSpPr>
        <p:spPr>
          <a:xfrm>
            <a:off x="1600583" y="6519855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endParaRPr lang="en-ID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28E790-E21E-7612-30D9-3D667D9AF129}"/>
              </a:ext>
            </a:extLst>
          </p:cNvPr>
          <p:cNvSpPr txBox="1"/>
          <p:nvPr/>
        </p:nvSpPr>
        <p:spPr>
          <a:xfrm>
            <a:off x="455462" y="6508280"/>
            <a:ext cx="1412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RAINBOW</a:t>
            </a:r>
            <a:r>
              <a:rPr lang="en-US" sz="1100" baseline="300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</a:t>
            </a:r>
            <a:endParaRPr lang="en-ID" baseline="30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90F4004-A278-C786-7B51-742BD55507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11" t="4601" r="9094" b="8050"/>
          <a:stretch/>
        </p:blipFill>
        <p:spPr>
          <a:xfrm>
            <a:off x="11178663" y="5713894"/>
            <a:ext cx="662940" cy="579120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B1B43F2-690E-4C0E-B494-100E5E20D8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36" b="97321" l="9375" r="92634">
                        <a14:foregroundMark x1="22321" y1="32440" x2="23661" y2="35119"/>
                        <a14:foregroundMark x1="48884" y1="50298" x2="53125" y2="51190"/>
                        <a14:foregroundMark x1="49777" y1="47619" x2="50000" y2="46726"/>
                        <a14:foregroundMark x1="52009" y1="39286" x2="52232" y2="38988"/>
                        <a14:foregroundMark x1="54688" y1="31548" x2="54688" y2="30655"/>
                        <a14:foregroundMark x1="46429" y1="58631" x2="46652" y2="58929"/>
                        <a14:foregroundMark x1="43973" y1="66667" x2="44196" y2="67262"/>
                        <a14:foregroundMark x1="41071" y1="75000" x2="41964" y2="75000"/>
                        <a14:foregroundMark x1="33705" y1="73810" x2="34152" y2="73810"/>
                        <a14:foregroundMark x1="27902" y1="71429" x2="28348" y2="71726"/>
                        <a14:foregroundMark x1="22545" y1="68155" x2="26786" y2="68155"/>
                        <a14:foregroundMark x1="18750" y1="63690" x2="18973" y2="63988"/>
                        <a14:foregroundMark x1="14732" y1="58631" x2="16071" y2="58631"/>
                        <a14:foregroundMark x1="17188" y1="50893" x2="18527" y2="50893"/>
                        <a14:foregroundMark x1="20089" y1="41369" x2="20982" y2="42560"/>
                        <a14:foregroundMark x1="25000" y1="25000" x2="26116" y2="25595"/>
                        <a14:foregroundMark x1="28125" y1="16071" x2="29018" y2="16667"/>
                        <a14:foregroundMark x1="29911" y1="8036" x2="31696" y2="8929"/>
                        <a14:foregroundMark x1="34598" y1="12202" x2="35938" y2="13690"/>
                        <a14:foregroundMark x1="38616" y1="17560" x2="41741" y2="19345"/>
                        <a14:foregroundMark x1="43973" y1="20833" x2="47098" y2="23512"/>
                        <a14:foregroundMark x1="50223" y1="24405" x2="52902" y2="27083"/>
                        <a14:foregroundMark x1="47545" y1="33036" x2="49777" y2="36905"/>
                        <a14:foregroundMark x1="45089" y1="41369" x2="47321" y2="44345"/>
                        <a14:foregroundMark x1="39955" y1="57738" x2="42857" y2="61310"/>
                        <a14:foregroundMark x1="37500" y1="67262" x2="40179" y2="70238"/>
                        <a14:foregroundMark x1="42411" y1="50000" x2="45982" y2="52083"/>
                        <a14:foregroundMark x1="35938" y1="47024" x2="39286" y2="48810"/>
                        <a14:foregroundMark x1="31250" y1="43750" x2="33705" y2="44643"/>
                        <a14:foregroundMark x1="27232" y1="38690" x2="28348" y2="39286"/>
                        <a14:foregroundMark x1="24777" y1="47321" x2="25670" y2="48214"/>
                        <a14:foregroundMark x1="21875" y1="55952" x2="22545" y2="56548"/>
                        <a14:foregroundMark x1="26563" y1="60417" x2="28125" y2="61310"/>
                        <a14:foregroundMark x1="31473" y1="63393" x2="33705" y2="64583"/>
                        <a14:foregroundMark x1="29464" y1="52381" x2="30134" y2="52381"/>
                        <a14:foregroundMark x1="34821" y1="55655" x2="36607" y2="56845"/>
                        <a14:foregroundMark x1="30134" y1="30357" x2="30804" y2="31250"/>
                        <a14:foregroundMark x1="32366" y1="21429" x2="33036" y2="22024"/>
                        <a14:foregroundMark x1="36607" y1="26190" x2="37946" y2="27679"/>
                        <a14:foregroundMark x1="42411" y1="30060" x2="43750" y2="31548"/>
                        <a14:foregroundMark x1="33929" y1="35119" x2="35045" y2="36310"/>
                        <a14:foregroundMark x1="39509" y1="38690" x2="41964" y2="40774"/>
                        <a14:foregroundMark x1="70536" y1="90774" x2="73438" y2="90774"/>
                        <a14:foregroundMark x1="74777" y1="97619" x2="74554" y2="94345"/>
                        <a14:foregroundMark x1="88839" y1="41964" x2="92634" y2="39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706" y="6517202"/>
            <a:ext cx="292298" cy="21922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F7B49AE3-040F-0BC9-A4CD-188B9ECEF6EB}"/>
              </a:ext>
            </a:extLst>
          </p:cNvPr>
          <p:cNvGrpSpPr/>
          <p:nvPr/>
        </p:nvGrpSpPr>
        <p:grpSpPr>
          <a:xfrm rot="10800000">
            <a:off x="10764294" y="6492273"/>
            <a:ext cx="1188000" cy="294640"/>
            <a:chOff x="1264920" y="4677842"/>
            <a:chExt cx="992320" cy="31848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8C8E686-7FE3-72EC-D2C0-269091CBB246}"/>
                </a:ext>
              </a:extLst>
            </p:cNvPr>
            <p:cNvSpPr/>
            <p:nvPr/>
          </p:nvSpPr>
          <p:spPr>
            <a:xfrm>
              <a:off x="1264920" y="4677842"/>
              <a:ext cx="972000" cy="288000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AAEB50B-C4E6-7EFA-844A-3FD73F7703C2}"/>
                </a:ext>
              </a:extLst>
            </p:cNvPr>
            <p:cNvGrpSpPr/>
            <p:nvPr/>
          </p:nvGrpSpPr>
          <p:grpSpPr>
            <a:xfrm>
              <a:off x="1285240" y="4708323"/>
              <a:ext cx="972000" cy="288000"/>
              <a:chOff x="1813560" y="4515283"/>
              <a:chExt cx="972000" cy="28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85E01B0-A30E-E88A-295D-2CFB564BC3A1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72000" cy="28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517D5F1-3E88-0001-EE95-C5362CD7800D}"/>
                  </a:ext>
                </a:extLst>
              </p:cNvPr>
              <p:cNvSpPr/>
              <p:nvPr/>
            </p:nvSpPr>
            <p:spPr>
              <a:xfrm>
                <a:off x="1813560" y="4515283"/>
                <a:ext cx="944880" cy="27149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</p:grpSp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D0D16005-4569-5958-E39B-B5DABAF4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90139" y="6437831"/>
            <a:ext cx="901861" cy="420169"/>
          </a:xfrm>
        </p:spPr>
        <p:txBody>
          <a:bodyPr/>
          <a:lstStyle/>
          <a:p>
            <a:fld id="{304911BE-CB05-47C6-A4C1-584912B0F9DC}" type="datetime10">
              <a:rPr lang="en-ID" smtClean="0">
                <a:solidFill>
                  <a:schemeClr val="tx1"/>
                </a:solidFill>
                <a:latin typeface="Britannic Bold" panose="020B0903060703020204" pitchFamily="34" charset="0"/>
              </a:rPr>
              <a:t>12:43</a:t>
            </a:fld>
            <a:endParaRPr lang="en-ID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3598DAF-07DC-B5CD-1FFB-10540A86BA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583" y="6559672"/>
            <a:ext cx="198137" cy="16765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F2292C52-752A-B6CE-1DB0-55F1D7732073}"/>
              </a:ext>
            </a:extLst>
          </p:cNvPr>
          <p:cNvGrpSpPr/>
          <p:nvPr/>
        </p:nvGrpSpPr>
        <p:grpSpPr>
          <a:xfrm>
            <a:off x="10810036" y="6522823"/>
            <a:ext cx="237486" cy="199756"/>
            <a:chOff x="8492476" y="5087606"/>
            <a:chExt cx="1137559" cy="1073018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6CF9BFC-B60D-E505-89F1-21D957AAD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4884" y1="45238" x2="20930" y2="571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92476" y="5087606"/>
              <a:ext cx="1098564" cy="1073018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25473EA-6469-93C6-43D0-1A81670FF3F8}"/>
                </a:ext>
              </a:extLst>
            </p:cNvPr>
            <p:cNvSpPr/>
            <p:nvPr/>
          </p:nvSpPr>
          <p:spPr>
            <a:xfrm>
              <a:off x="9113131" y="5132631"/>
              <a:ext cx="516904" cy="4735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55FD4AB7-E8D8-FFC6-DB08-48162937E1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288" y="184285"/>
            <a:ext cx="632712" cy="612706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67B16E8A-6DCF-E689-C80D-5BE35BADF59F}"/>
              </a:ext>
            </a:extLst>
          </p:cNvPr>
          <p:cNvSpPr txBox="1"/>
          <p:nvPr/>
        </p:nvSpPr>
        <p:spPr>
          <a:xfrm>
            <a:off x="-29183" y="754559"/>
            <a:ext cx="138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My Computer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FDAF8E1-6DE2-8170-4F19-5D93E683A7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2438" y="4156129"/>
            <a:ext cx="548688" cy="6325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136529F3-9702-EE54-4A13-057A64260E71}"/>
              </a:ext>
            </a:extLst>
          </p:cNvPr>
          <p:cNvSpPr txBox="1"/>
          <p:nvPr/>
        </p:nvSpPr>
        <p:spPr>
          <a:xfrm>
            <a:off x="10923526" y="4696378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Recycle Bin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FC9E9992-742A-0AA1-FF42-6669A5E6B0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2146270"/>
            <a:ext cx="502964" cy="36579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F7226F28-0CCE-97BE-F1A0-6ED0D976CCE6}"/>
              </a:ext>
            </a:extLst>
          </p:cNvPr>
          <p:cNvSpPr txBox="1"/>
          <p:nvPr/>
        </p:nvSpPr>
        <p:spPr>
          <a:xfrm>
            <a:off x="-94147" y="2457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Untuk Apa</a:t>
            </a:r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E29888-EC58-4467-0436-1208C75A3DA1}"/>
              </a:ext>
            </a:extLst>
          </p:cNvPr>
          <p:cNvGrpSpPr/>
          <p:nvPr/>
        </p:nvGrpSpPr>
        <p:grpSpPr>
          <a:xfrm>
            <a:off x="-115368" y="1251285"/>
            <a:ext cx="1587582" cy="541760"/>
            <a:chOff x="-115368" y="1251285"/>
            <a:chExt cx="1587582" cy="541760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75F5727-8589-8559-6EFF-6690F852A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6941" y="1251285"/>
              <a:ext cx="502964" cy="365792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8E20FF4-FBBA-57B7-C177-EE3306B4769A}"/>
                </a:ext>
              </a:extLst>
            </p:cNvPr>
            <p:cNvSpPr txBox="1"/>
            <p:nvPr/>
          </p:nvSpPr>
          <p:spPr>
            <a:xfrm>
              <a:off x="-115368" y="1562213"/>
              <a:ext cx="15875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Apa itu</a:t>
              </a:r>
              <a:r>
                <a:rPr lang="en-US" sz="900" dirty="0">
                  <a:solidFill>
                    <a:schemeClr val="bg1"/>
                  </a:solidFill>
                  <a:latin typeface="Lucida Console" panose="020B0609040504020204" pitchFamily="49" charset="0"/>
                  <a:ea typeface="Tahoma" panose="020B0604030504040204" pitchFamily="34" charset="0"/>
                  <a:cs typeface="Tahoma" panose="020B0604030504040204" pitchFamily="34" charset="0"/>
                </a:rPr>
                <a:t>?.txt</a:t>
              </a:r>
              <a:endParaRPr lang="en-ID" sz="12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AE729FC7-A19C-4720-5D13-67A6EF27D5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162" y="3009870"/>
            <a:ext cx="502964" cy="36579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3E3C879-204F-4F71-C279-1397ECFA1105}"/>
              </a:ext>
            </a:extLst>
          </p:cNvPr>
          <p:cNvSpPr txBox="1"/>
          <p:nvPr/>
        </p:nvSpPr>
        <p:spPr>
          <a:xfrm>
            <a:off x="-94147" y="33207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Mengapa</a:t>
            </a:r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?.doc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1B3127A6-47A1-A2A2-33CC-BB06F030510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002" y="3924270"/>
            <a:ext cx="502964" cy="36579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8AAD4A9E-A09F-D6CB-06C0-5BA8FD5FAD90}"/>
              </a:ext>
            </a:extLst>
          </p:cNvPr>
          <p:cNvSpPr txBox="1"/>
          <p:nvPr/>
        </p:nvSpPr>
        <p:spPr>
          <a:xfrm>
            <a:off x="-104307" y="4235198"/>
            <a:ext cx="1587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Progres.dll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BFCB352-9894-DDA5-EB07-46021B6BF97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92523" y="3444081"/>
            <a:ext cx="392625" cy="39328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32DD356D-50B8-8967-DA9B-DF3DD3E824AE}"/>
              </a:ext>
            </a:extLst>
          </p:cNvPr>
          <p:cNvSpPr txBox="1"/>
          <p:nvPr/>
        </p:nvSpPr>
        <p:spPr>
          <a:xfrm>
            <a:off x="10907236" y="3837370"/>
            <a:ext cx="1173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Valorant.exe</a:t>
            </a:r>
            <a:endParaRPr lang="en-ID" sz="1200" dirty="0">
              <a:solidFill>
                <a:schemeClr val="bg1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8720EB66-A907-0E9F-3913-D7BBBCA6B0B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458" r="4829"/>
          <a:stretch/>
        </p:blipFill>
        <p:spPr>
          <a:xfrm>
            <a:off x="11286633" y="3742253"/>
            <a:ext cx="103362" cy="10431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8DB79A-A708-E94B-A89C-698AF9B5CA8B}"/>
              </a:ext>
            </a:extLst>
          </p:cNvPr>
          <p:cNvGrpSpPr/>
          <p:nvPr/>
        </p:nvGrpSpPr>
        <p:grpSpPr>
          <a:xfrm>
            <a:off x="4259580" y="2675956"/>
            <a:ext cx="3672840" cy="1038486"/>
            <a:chOff x="2885108" y="641813"/>
            <a:chExt cx="6421785" cy="5296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3A59D7-F963-6A11-A782-7884C5CD2F64}"/>
                </a:ext>
              </a:extLst>
            </p:cNvPr>
            <p:cNvSpPr/>
            <p:nvPr/>
          </p:nvSpPr>
          <p:spPr>
            <a:xfrm>
              <a:off x="2885108" y="641813"/>
              <a:ext cx="6421785" cy="529600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rgbClr val="DEDE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72D2E1-7F84-8214-2DF2-C3A169281C76}"/>
                </a:ext>
              </a:extLst>
            </p:cNvPr>
            <p:cNvSpPr/>
            <p:nvPr/>
          </p:nvSpPr>
          <p:spPr>
            <a:xfrm>
              <a:off x="2933007" y="1411725"/>
              <a:ext cx="6357372" cy="9390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7B1A1A-64C0-C20F-EC0D-4C3B71C732B5}"/>
                </a:ext>
              </a:extLst>
            </p:cNvPr>
            <p:cNvSpPr/>
            <p:nvPr/>
          </p:nvSpPr>
          <p:spPr>
            <a:xfrm>
              <a:off x="2915932" y="750635"/>
              <a:ext cx="6368620" cy="1426751"/>
            </a:xfrm>
            <a:prstGeom prst="rect">
              <a:avLst/>
            </a:prstGeom>
            <a:solidFill>
              <a:srgbClr val="2542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F0217D9-7623-8466-51EC-5D3AF01160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>
                        <a14:foregroundMark x1="16129" y1="26804" x2="9677" y2="360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6184" y="3059644"/>
            <a:ext cx="463335" cy="483264"/>
          </a:xfrm>
          <a:prstGeom prst="rect">
            <a:avLst/>
          </a:prstGeom>
        </p:spPr>
      </p:pic>
      <p:pic>
        <p:nvPicPr>
          <p:cNvPr id="18" name="Picture 17">
            <a:hlinkClick r:id="rId20" action="ppaction://hlinksldjump"/>
            <a:extLst>
              <a:ext uri="{FF2B5EF4-FFF2-40B4-BE49-F238E27FC236}">
                <a16:creationId xmlns:a16="http://schemas.microsoft.com/office/drawing/2014/main" id="{6FB4E446-1364-B32D-BFD6-A257BD88A4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93659" y="2778754"/>
            <a:ext cx="144000" cy="117334"/>
          </a:xfrm>
          <a:prstGeom prst="rect">
            <a:avLst/>
          </a:prstGeom>
        </p:spPr>
      </p:pic>
      <p:pic>
        <p:nvPicPr>
          <p:cNvPr id="20" name="Picture 19">
            <a:hlinkClick r:id="rId20" action="ppaction://hlinksldjump"/>
            <a:extLst>
              <a:ext uri="{FF2B5EF4-FFF2-40B4-BE49-F238E27FC236}">
                <a16:creationId xmlns:a16="http://schemas.microsoft.com/office/drawing/2014/main" id="{0B9512C7-EB24-C31A-286D-3CDF833667F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578" t="82853" r="73195" b="3076"/>
          <a:stretch/>
        </p:blipFill>
        <p:spPr>
          <a:xfrm>
            <a:off x="5782193" y="3465149"/>
            <a:ext cx="627615" cy="1931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9C175A-6999-D486-8E0A-7CEFD1811C3B}"/>
              </a:ext>
            </a:extLst>
          </p:cNvPr>
          <p:cNvSpPr txBox="1"/>
          <p:nvPr/>
        </p:nvSpPr>
        <p:spPr>
          <a:xfrm>
            <a:off x="4286975" y="2700066"/>
            <a:ext cx="1913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WARNING</a:t>
            </a:r>
            <a:endParaRPr lang="en-ID" sz="2000" dirty="0">
              <a:solidFill>
                <a:schemeClr val="bg1"/>
              </a:solidFill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EC966D-4E37-0BA6-FECB-7CCBC2ADFF67}"/>
              </a:ext>
            </a:extLst>
          </p:cNvPr>
          <p:cNvSpPr txBox="1"/>
          <p:nvPr/>
        </p:nvSpPr>
        <p:spPr>
          <a:xfrm>
            <a:off x="4801889" y="3099603"/>
            <a:ext cx="3997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JANGAN MAIN GAME PAS LAGI PRESENTASI !</a:t>
            </a:r>
            <a:endParaRPr lang="en-ID" sz="2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648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10BB9CB3-F0A7-D21E-1C6D-BA339DD6AFE5}"/>
              </a:ext>
            </a:extLst>
          </p:cNvPr>
          <p:cNvSpPr/>
          <p:nvPr/>
        </p:nvSpPr>
        <p:spPr>
          <a:xfrm>
            <a:off x="404464" y="3672167"/>
            <a:ext cx="2117864" cy="1875815"/>
          </a:xfrm>
          <a:prstGeom prst="ellipse">
            <a:avLst/>
          </a:prstGeom>
          <a:ln>
            <a:solidFill>
              <a:schemeClr val="accent1">
                <a:shade val="15000"/>
                <a:alpha val="3000"/>
              </a:schemeClr>
            </a:solidFill>
          </a:ln>
          <a:effectLst>
            <a:glow rad="101600">
              <a:schemeClr val="accent1">
                <a:alpha val="16000"/>
              </a:schemeClr>
            </a:glow>
            <a:outerShdw dist="50800" dir="5400000"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1EFFAD-AE53-5977-0936-BBAB024F7A9C}"/>
              </a:ext>
            </a:extLst>
          </p:cNvPr>
          <p:cNvGrpSpPr/>
          <p:nvPr/>
        </p:nvGrpSpPr>
        <p:grpSpPr>
          <a:xfrm>
            <a:off x="4801616" y="624367"/>
            <a:ext cx="2588768" cy="370015"/>
            <a:chOff x="1813560" y="4515283"/>
            <a:chExt cx="972000" cy="28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9AFE74-ACF7-8E55-AFF4-E74E30EA2383}"/>
                </a:ext>
              </a:extLst>
            </p:cNvPr>
            <p:cNvSpPr/>
            <p:nvPr/>
          </p:nvSpPr>
          <p:spPr>
            <a:xfrm>
              <a:off x="1813560" y="4515283"/>
              <a:ext cx="97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6B61C2-FF16-63EE-7844-BD427B1CC15B}"/>
                </a:ext>
              </a:extLst>
            </p:cNvPr>
            <p:cNvSpPr/>
            <p:nvPr/>
          </p:nvSpPr>
          <p:spPr>
            <a:xfrm>
              <a:off x="1813560" y="4515283"/>
              <a:ext cx="944880" cy="27149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898172A-3508-539C-E853-CB06B01B43B9}"/>
              </a:ext>
            </a:extLst>
          </p:cNvPr>
          <p:cNvSpPr txBox="1"/>
          <p:nvPr/>
        </p:nvSpPr>
        <p:spPr>
          <a:xfrm>
            <a:off x="5139431" y="670875"/>
            <a:ext cx="1913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Britannic Bold" panose="020B09030607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  <a:endParaRPr lang="en-ID" sz="2000" dirty="0"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EABF9-A6CF-959E-FD43-A81F1232C371}"/>
              </a:ext>
            </a:extLst>
          </p:cNvPr>
          <p:cNvSpPr txBox="1"/>
          <p:nvPr/>
        </p:nvSpPr>
        <p:spPr>
          <a:xfrm>
            <a:off x="2284262" y="1540040"/>
            <a:ext cx="7509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SEKIAN PRESENTASI DARI KAMI, MAAF JIKA KAMI ADA SALAH DALAM PERKATAAN YANG KURANG MENGENAKAN, WAJARLAH MANUSIA BUKAN LIMBAT BOYY</a:t>
            </a:r>
            <a:endParaRPr lang="en-ID" sz="14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pPr algn="just"/>
            <a:endParaRPr lang="en-ID" baseline="30000" dirty="0">
              <a:solidFill>
                <a:schemeClr val="bg1"/>
              </a:solidFill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198BC-3842-0889-9015-361E066B5FE7}"/>
              </a:ext>
            </a:extLst>
          </p:cNvPr>
          <p:cNvSpPr txBox="1"/>
          <p:nvPr/>
        </p:nvSpPr>
        <p:spPr>
          <a:xfrm>
            <a:off x="2397760" y="2253806"/>
            <a:ext cx="750997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Kata </a:t>
            </a:r>
            <a:r>
              <a:rPr lang="en-US" sz="1400" dirty="0" err="1">
                <a:solidFill>
                  <a:schemeClr val="bg1"/>
                </a:solidFill>
                <a:latin typeface="Britannic Bold" panose="020B0903060703020204" pitchFamily="34" charset="0"/>
              </a:rPr>
              <a:t>kata</a:t>
            </a:r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Britannic Bold" panose="020B0903060703020204" pitchFamily="34" charset="0"/>
              </a:rPr>
              <a:t>hari</a:t>
            </a:r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Britannic Bold" panose="020B0903060703020204" pitchFamily="34" charset="0"/>
              </a:rPr>
              <a:t>ini</a:t>
            </a:r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 :</a:t>
            </a:r>
          </a:p>
          <a:p>
            <a:pPr algn="ctr"/>
            <a:endParaRPr lang="en-US" sz="14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FISIK BISA DIRUBAH MATERI BISA DICARI TAPI KELOMPOK KAMI TIDAK DATANG DUA KALI MENYALAA WI AGUS NI BOS TAMPELENG DONG.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Britannic Bold" panose="020B0903060703020204" pitchFamily="34" charset="0"/>
              </a:rPr>
              <a:t>Kelompok</a:t>
            </a:r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 7</a:t>
            </a:r>
            <a:endParaRPr lang="en-ID" sz="14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pPr algn="just"/>
            <a:endParaRPr lang="en-ID" baseline="30000" dirty="0">
              <a:solidFill>
                <a:schemeClr val="bg1"/>
              </a:solidFill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35CC7-4196-4A68-B436-9D6BFEEF6B1E}"/>
              </a:ext>
            </a:extLst>
          </p:cNvPr>
          <p:cNvSpPr txBox="1"/>
          <p:nvPr/>
        </p:nvSpPr>
        <p:spPr>
          <a:xfrm>
            <a:off x="551288" y="5622760"/>
            <a:ext cx="19710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ritannic Bold" panose="020B0903060703020204" pitchFamily="34" charset="0"/>
              </a:rPr>
              <a:t>THANKS TO BEYONCE</a:t>
            </a:r>
            <a:endParaRPr lang="en-ID" sz="14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pPr algn="just"/>
            <a:endParaRPr lang="en-ID" baseline="30000" dirty="0">
              <a:solidFill>
                <a:schemeClr val="bg1"/>
              </a:solidFill>
              <a:latin typeface="Britannic Bold" panose="020B0903060703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6CC163-6190-560C-557D-362B42315BB5}"/>
              </a:ext>
            </a:extLst>
          </p:cNvPr>
          <p:cNvSpPr/>
          <p:nvPr/>
        </p:nvSpPr>
        <p:spPr>
          <a:xfrm>
            <a:off x="606655" y="3810799"/>
            <a:ext cx="1734356" cy="159855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BE0C9A-E3B7-3B63-993B-ADEA19DC7BAA}"/>
              </a:ext>
            </a:extLst>
          </p:cNvPr>
          <p:cNvSpPr/>
          <p:nvPr/>
        </p:nvSpPr>
        <p:spPr>
          <a:xfrm>
            <a:off x="2522328" y="523024"/>
            <a:ext cx="810683" cy="5727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460C67-660E-6773-6B10-F874D59C8B46}"/>
              </a:ext>
            </a:extLst>
          </p:cNvPr>
          <p:cNvSpPr/>
          <p:nvPr/>
        </p:nvSpPr>
        <p:spPr>
          <a:xfrm>
            <a:off x="8786759" y="523024"/>
            <a:ext cx="810683" cy="5727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624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485</Words>
  <Application>Microsoft Office PowerPoint</Application>
  <PresentationFormat>Widescreen</PresentationFormat>
  <Paragraphs>147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Britannic Bold</vt:lpstr>
      <vt:lpstr>Calibri</vt:lpstr>
      <vt:lpstr>Calibri Light</vt:lpstr>
      <vt:lpstr>Cooper Black</vt:lpstr>
      <vt:lpstr>Karla</vt:lpstr>
      <vt:lpstr>Lucida Console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Dimas Khoriul Walid</dc:creator>
  <cp:lastModifiedBy>gerin nugroho</cp:lastModifiedBy>
  <cp:revision>13</cp:revision>
  <dcterms:created xsi:type="dcterms:W3CDTF">2024-12-18T11:02:30Z</dcterms:created>
  <dcterms:modified xsi:type="dcterms:W3CDTF">2024-12-22T05:52:49Z</dcterms:modified>
</cp:coreProperties>
</file>